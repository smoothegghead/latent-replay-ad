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2" r:id="rId17"/>
    <p:sldId id="271" r:id="rId18"/>
    <p:sldId id="273" r:id="rId19"/>
    <p:sldId id="274" r:id="rId20"/>
    <p:sldId id="277" r:id="rId21"/>
    <p:sldId id="275" r:id="rId22"/>
    <p:sldId id="278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70C74-D30F-44B0-BEFA-6627A4BB73C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65153E-7B4F-4EBF-8D3A-3DF1E9EDD939}">
      <dgm:prSet/>
      <dgm:spPr/>
      <dgm:t>
        <a:bodyPr/>
        <a:lstStyle/>
        <a:p>
          <a:r>
            <a:rPr lang="en-US"/>
            <a:t>Quality assurance – Producers of goods (e.g. factories, farms, etc.) need a way to ensure that they are producing quality goods</a:t>
          </a:r>
        </a:p>
      </dgm:t>
    </dgm:pt>
    <dgm:pt modelId="{7B03A7FB-1627-4DCC-9C48-0ACED184C4CC}" type="parTrans" cxnId="{3F8E9478-6617-4555-BBFF-BD635798668D}">
      <dgm:prSet/>
      <dgm:spPr/>
      <dgm:t>
        <a:bodyPr/>
        <a:lstStyle/>
        <a:p>
          <a:endParaRPr lang="en-US"/>
        </a:p>
      </dgm:t>
    </dgm:pt>
    <dgm:pt modelId="{D7C8CF75-9687-424C-A62C-D02DEE7C7EBD}" type="sibTrans" cxnId="{3F8E9478-6617-4555-BBFF-BD635798668D}">
      <dgm:prSet/>
      <dgm:spPr/>
      <dgm:t>
        <a:bodyPr/>
        <a:lstStyle/>
        <a:p>
          <a:endParaRPr lang="en-US"/>
        </a:p>
      </dgm:t>
    </dgm:pt>
    <dgm:pt modelId="{F5E6CB33-A57B-47AF-941D-F25F6090D33F}">
      <dgm:prSet/>
      <dgm:spPr/>
      <dgm:t>
        <a:bodyPr/>
        <a:lstStyle/>
        <a:p>
          <a:r>
            <a:rPr lang="en-US"/>
            <a:t>Many producers make a variety of goods, sometimes on the same site or location</a:t>
          </a:r>
        </a:p>
      </dgm:t>
    </dgm:pt>
    <dgm:pt modelId="{39D8BFA9-BC50-4AE8-BD4E-BA976F7837DF}" type="parTrans" cxnId="{8284965B-947C-4086-B85B-B6934CD57FBB}">
      <dgm:prSet/>
      <dgm:spPr/>
      <dgm:t>
        <a:bodyPr/>
        <a:lstStyle/>
        <a:p>
          <a:endParaRPr lang="en-US"/>
        </a:p>
      </dgm:t>
    </dgm:pt>
    <dgm:pt modelId="{16DA0BF2-7FF5-4BF3-8047-0DECC53B183A}" type="sibTrans" cxnId="{8284965B-947C-4086-B85B-B6934CD57FBB}">
      <dgm:prSet/>
      <dgm:spPr/>
      <dgm:t>
        <a:bodyPr/>
        <a:lstStyle/>
        <a:p>
          <a:endParaRPr lang="en-US"/>
        </a:p>
      </dgm:t>
    </dgm:pt>
    <dgm:pt modelId="{BD815967-D313-402F-B969-3A0810BEB9C2}">
      <dgm:prSet/>
      <dgm:spPr/>
      <dgm:t>
        <a:bodyPr/>
        <a:lstStyle/>
        <a:p>
          <a:r>
            <a:rPr lang="en-US"/>
            <a:t>Could benefit from a machine learning model that can visually identify anomalous (bad) goods</a:t>
          </a:r>
        </a:p>
      </dgm:t>
    </dgm:pt>
    <dgm:pt modelId="{7645E9F6-A520-4D4E-B502-D928545F3BA8}" type="parTrans" cxnId="{9D7F89EF-3F08-4EA2-AF34-84EE52EA4593}">
      <dgm:prSet/>
      <dgm:spPr/>
      <dgm:t>
        <a:bodyPr/>
        <a:lstStyle/>
        <a:p>
          <a:endParaRPr lang="en-US"/>
        </a:p>
      </dgm:t>
    </dgm:pt>
    <dgm:pt modelId="{C6E9D4FF-0C63-4801-9A6B-C363A4663D57}" type="sibTrans" cxnId="{9D7F89EF-3F08-4EA2-AF34-84EE52EA4593}">
      <dgm:prSet/>
      <dgm:spPr/>
      <dgm:t>
        <a:bodyPr/>
        <a:lstStyle/>
        <a:p>
          <a:endParaRPr lang="en-US"/>
        </a:p>
      </dgm:t>
    </dgm:pt>
    <dgm:pt modelId="{7EA0797A-D14A-45EF-95A9-8AA2F1B09E6D}">
      <dgm:prSet/>
      <dgm:spPr/>
      <dgm:t>
        <a:bodyPr/>
        <a:lstStyle/>
        <a:p>
          <a:r>
            <a:rPr lang="en-US"/>
            <a:t>Model would have to learn to adapt to new categories without forgetting old ones</a:t>
          </a:r>
        </a:p>
      </dgm:t>
    </dgm:pt>
    <dgm:pt modelId="{39535CB0-3A93-4F94-A1BA-2C6728DDEA0F}" type="parTrans" cxnId="{9943F8B9-D7DD-456A-BAB0-A34647FC34D2}">
      <dgm:prSet/>
      <dgm:spPr/>
      <dgm:t>
        <a:bodyPr/>
        <a:lstStyle/>
        <a:p>
          <a:endParaRPr lang="en-US"/>
        </a:p>
      </dgm:t>
    </dgm:pt>
    <dgm:pt modelId="{D36652BD-99D4-4BA3-8FEF-3BD2F95CC5CE}" type="sibTrans" cxnId="{9943F8B9-D7DD-456A-BAB0-A34647FC34D2}">
      <dgm:prSet/>
      <dgm:spPr/>
      <dgm:t>
        <a:bodyPr/>
        <a:lstStyle/>
        <a:p>
          <a:endParaRPr lang="en-US"/>
        </a:p>
      </dgm:t>
    </dgm:pt>
    <dgm:pt modelId="{F2F8EACE-A376-4E86-AF7B-8A786892B1DD}">
      <dgm:prSet/>
      <dgm:spPr/>
      <dgm:t>
        <a:bodyPr/>
        <a:lstStyle/>
        <a:p>
          <a:r>
            <a:rPr lang="en-US"/>
            <a:t>Embedded device with small model could quickly train and infer</a:t>
          </a:r>
        </a:p>
      </dgm:t>
    </dgm:pt>
    <dgm:pt modelId="{BA8E4D9C-A769-4936-943B-520C2DD32DDA}" type="parTrans" cxnId="{12ECF751-0F26-4731-9B59-7724E57D0BFD}">
      <dgm:prSet/>
      <dgm:spPr/>
      <dgm:t>
        <a:bodyPr/>
        <a:lstStyle/>
        <a:p>
          <a:endParaRPr lang="en-US"/>
        </a:p>
      </dgm:t>
    </dgm:pt>
    <dgm:pt modelId="{80C9C154-EC8A-482B-8A48-82E74912543D}" type="sibTrans" cxnId="{12ECF751-0F26-4731-9B59-7724E57D0BFD}">
      <dgm:prSet/>
      <dgm:spPr/>
      <dgm:t>
        <a:bodyPr/>
        <a:lstStyle/>
        <a:p>
          <a:endParaRPr lang="en-US"/>
        </a:p>
      </dgm:t>
    </dgm:pt>
    <dgm:pt modelId="{D9CAFA18-80BE-40BA-AF91-2C50112A28F4}" type="pres">
      <dgm:prSet presAssocID="{E5370C74-D30F-44B0-BEFA-6627A4BB73C5}" presName="root" presStyleCnt="0">
        <dgm:presLayoutVars>
          <dgm:dir/>
          <dgm:resizeHandles val="exact"/>
        </dgm:presLayoutVars>
      </dgm:prSet>
      <dgm:spPr/>
    </dgm:pt>
    <dgm:pt modelId="{B2F723A3-19E4-4B9B-BEA3-4DBE868D544B}" type="pres">
      <dgm:prSet presAssocID="{8465153E-7B4F-4EBF-8D3A-3DF1E9EDD939}" presName="compNode" presStyleCnt="0"/>
      <dgm:spPr/>
    </dgm:pt>
    <dgm:pt modelId="{E3112A2C-7392-4DC1-91E3-632FDBC311B1}" type="pres">
      <dgm:prSet presAssocID="{8465153E-7B4F-4EBF-8D3A-3DF1E9EDD93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312A6E40-9BE9-4DAD-8DCA-B4A605D1AD7A}" type="pres">
      <dgm:prSet presAssocID="{8465153E-7B4F-4EBF-8D3A-3DF1E9EDD939}" presName="spaceRect" presStyleCnt="0"/>
      <dgm:spPr/>
    </dgm:pt>
    <dgm:pt modelId="{2705229C-0575-4C0C-9669-79A86D4D657D}" type="pres">
      <dgm:prSet presAssocID="{8465153E-7B4F-4EBF-8D3A-3DF1E9EDD939}" presName="textRect" presStyleLbl="revTx" presStyleIdx="0" presStyleCnt="5">
        <dgm:presLayoutVars>
          <dgm:chMax val="1"/>
          <dgm:chPref val="1"/>
        </dgm:presLayoutVars>
      </dgm:prSet>
      <dgm:spPr/>
    </dgm:pt>
    <dgm:pt modelId="{D8E03C0D-4D85-4C88-AAAB-DD1E9282EB4C}" type="pres">
      <dgm:prSet presAssocID="{D7C8CF75-9687-424C-A62C-D02DEE7C7EBD}" presName="sibTrans" presStyleCnt="0"/>
      <dgm:spPr/>
    </dgm:pt>
    <dgm:pt modelId="{1E280E01-865C-4511-856C-EAB400E09AD5}" type="pres">
      <dgm:prSet presAssocID="{F5E6CB33-A57B-47AF-941D-F25F6090D33F}" presName="compNode" presStyleCnt="0"/>
      <dgm:spPr/>
    </dgm:pt>
    <dgm:pt modelId="{E2BDC9A3-7B90-464A-B234-F118E4DB329F}" type="pres">
      <dgm:prSet presAssocID="{F5E6CB33-A57B-47AF-941D-F25F6090D33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604859D-7A2F-415E-B7A1-7069EB0AEFD3}" type="pres">
      <dgm:prSet presAssocID="{F5E6CB33-A57B-47AF-941D-F25F6090D33F}" presName="spaceRect" presStyleCnt="0"/>
      <dgm:spPr/>
    </dgm:pt>
    <dgm:pt modelId="{8834E04B-4683-4F6D-B4DB-0A0747DC8994}" type="pres">
      <dgm:prSet presAssocID="{F5E6CB33-A57B-47AF-941D-F25F6090D33F}" presName="textRect" presStyleLbl="revTx" presStyleIdx="1" presStyleCnt="5">
        <dgm:presLayoutVars>
          <dgm:chMax val="1"/>
          <dgm:chPref val="1"/>
        </dgm:presLayoutVars>
      </dgm:prSet>
      <dgm:spPr/>
    </dgm:pt>
    <dgm:pt modelId="{D8846AD0-681A-4621-8886-E053BD7F6DB1}" type="pres">
      <dgm:prSet presAssocID="{16DA0BF2-7FF5-4BF3-8047-0DECC53B183A}" presName="sibTrans" presStyleCnt="0"/>
      <dgm:spPr/>
    </dgm:pt>
    <dgm:pt modelId="{632478D8-CA34-4D4D-BCF8-7604A7FC73DC}" type="pres">
      <dgm:prSet presAssocID="{BD815967-D313-402F-B969-3A0810BEB9C2}" presName="compNode" presStyleCnt="0"/>
      <dgm:spPr/>
    </dgm:pt>
    <dgm:pt modelId="{AE17BAAF-654B-4425-98D7-849D306012FA}" type="pres">
      <dgm:prSet presAssocID="{BD815967-D313-402F-B969-3A0810BEB9C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3CC04F55-235C-4DF0-BB4B-630CA857135B}" type="pres">
      <dgm:prSet presAssocID="{BD815967-D313-402F-B969-3A0810BEB9C2}" presName="spaceRect" presStyleCnt="0"/>
      <dgm:spPr/>
    </dgm:pt>
    <dgm:pt modelId="{05E3B41D-A1B9-487D-935C-0C89994FB741}" type="pres">
      <dgm:prSet presAssocID="{BD815967-D313-402F-B969-3A0810BEB9C2}" presName="textRect" presStyleLbl="revTx" presStyleIdx="2" presStyleCnt="5">
        <dgm:presLayoutVars>
          <dgm:chMax val="1"/>
          <dgm:chPref val="1"/>
        </dgm:presLayoutVars>
      </dgm:prSet>
      <dgm:spPr/>
    </dgm:pt>
    <dgm:pt modelId="{C5838070-E419-4EFC-BB8B-5E52D6D35E22}" type="pres">
      <dgm:prSet presAssocID="{C6E9D4FF-0C63-4801-9A6B-C363A4663D57}" presName="sibTrans" presStyleCnt="0"/>
      <dgm:spPr/>
    </dgm:pt>
    <dgm:pt modelId="{78CBA673-F5E5-4BDA-84FF-9022DCDBCD63}" type="pres">
      <dgm:prSet presAssocID="{7EA0797A-D14A-45EF-95A9-8AA2F1B09E6D}" presName="compNode" presStyleCnt="0"/>
      <dgm:spPr/>
    </dgm:pt>
    <dgm:pt modelId="{B2C90532-BE44-4EC4-893D-F07F7C0E8231}" type="pres">
      <dgm:prSet presAssocID="{7EA0797A-D14A-45EF-95A9-8AA2F1B09E6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A41A7F-27F9-4438-8A19-FFBBF4488F2C}" type="pres">
      <dgm:prSet presAssocID="{7EA0797A-D14A-45EF-95A9-8AA2F1B09E6D}" presName="spaceRect" presStyleCnt="0"/>
      <dgm:spPr/>
    </dgm:pt>
    <dgm:pt modelId="{3905F220-FF5D-425F-ABE6-7936CD05BB95}" type="pres">
      <dgm:prSet presAssocID="{7EA0797A-D14A-45EF-95A9-8AA2F1B09E6D}" presName="textRect" presStyleLbl="revTx" presStyleIdx="3" presStyleCnt="5">
        <dgm:presLayoutVars>
          <dgm:chMax val="1"/>
          <dgm:chPref val="1"/>
        </dgm:presLayoutVars>
      </dgm:prSet>
      <dgm:spPr/>
    </dgm:pt>
    <dgm:pt modelId="{B9406BF7-2EDA-4A5E-B616-66AAC3952E71}" type="pres">
      <dgm:prSet presAssocID="{D36652BD-99D4-4BA3-8FEF-3BD2F95CC5CE}" presName="sibTrans" presStyleCnt="0"/>
      <dgm:spPr/>
    </dgm:pt>
    <dgm:pt modelId="{33376A1A-00B5-457B-B0FC-C887B5748D7A}" type="pres">
      <dgm:prSet presAssocID="{F2F8EACE-A376-4E86-AF7B-8A786892B1DD}" presName="compNode" presStyleCnt="0"/>
      <dgm:spPr/>
    </dgm:pt>
    <dgm:pt modelId="{E8ABE83A-764F-40BE-AEB4-4B0E831631C1}" type="pres">
      <dgm:prSet presAssocID="{F2F8EACE-A376-4E86-AF7B-8A786892B1D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50C6D3F-E7E0-4CC9-9B87-3EFA893F6DF1}" type="pres">
      <dgm:prSet presAssocID="{F2F8EACE-A376-4E86-AF7B-8A786892B1DD}" presName="spaceRect" presStyleCnt="0"/>
      <dgm:spPr/>
    </dgm:pt>
    <dgm:pt modelId="{A4B1D039-6ADA-446F-9A09-17DDCCCD61B0}" type="pres">
      <dgm:prSet presAssocID="{F2F8EACE-A376-4E86-AF7B-8A786892B1D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2342736-B280-4392-B3FB-B37753CF2AA5}" type="presOf" srcId="{E5370C74-D30F-44B0-BEFA-6627A4BB73C5}" destId="{D9CAFA18-80BE-40BA-AF91-2C50112A28F4}" srcOrd="0" destOrd="0" presId="urn:microsoft.com/office/officeart/2018/2/layout/IconLabelList"/>
    <dgm:cxn modelId="{8284965B-947C-4086-B85B-B6934CD57FBB}" srcId="{E5370C74-D30F-44B0-BEFA-6627A4BB73C5}" destId="{F5E6CB33-A57B-47AF-941D-F25F6090D33F}" srcOrd="1" destOrd="0" parTransId="{39D8BFA9-BC50-4AE8-BD4E-BA976F7837DF}" sibTransId="{16DA0BF2-7FF5-4BF3-8047-0DECC53B183A}"/>
    <dgm:cxn modelId="{BBECF650-5EF7-48F2-B0D5-17DAECDA32CF}" type="presOf" srcId="{7EA0797A-D14A-45EF-95A9-8AA2F1B09E6D}" destId="{3905F220-FF5D-425F-ABE6-7936CD05BB95}" srcOrd="0" destOrd="0" presId="urn:microsoft.com/office/officeart/2018/2/layout/IconLabelList"/>
    <dgm:cxn modelId="{12ECF751-0F26-4731-9B59-7724E57D0BFD}" srcId="{E5370C74-D30F-44B0-BEFA-6627A4BB73C5}" destId="{F2F8EACE-A376-4E86-AF7B-8A786892B1DD}" srcOrd="4" destOrd="0" parTransId="{BA8E4D9C-A769-4936-943B-520C2DD32DDA}" sibTransId="{80C9C154-EC8A-482B-8A48-82E74912543D}"/>
    <dgm:cxn modelId="{0A011172-6DFC-4F90-A835-F775AE3F35C1}" type="presOf" srcId="{8465153E-7B4F-4EBF-8D3A-3DF1E9EDD939}" destId="{2705229C-0575-4C0C-9669-79A86D4D657D}" srcOrd="0" destOrd="0" presId="urn:microsoft.com/office/officeart/2018/2/layout/IconLabelList"/>
    <dgm:cxn modelId="{3F8E9478-6617-4555-BBFF-BD635798668D}" srcId="{E5370C74-D30F-44B0-BEFA-6627A4BB73C5}" destId="{8465153E-7B4F-4EBF-8D3A-3DF1E9EDD939}" srcOrd="0" destOrd="0" parTransId="{7B03A7FB-1627-4DCC-9C48-0ACED184C4CC}" sibTransId="{D7C8CF75-9687-424C-A62C-D02DEE7C7EBD}"/>
    <dgm:cxn modelId="{A787147F-999B-4F1E-AC00-87B31988B496}" type="presOf" srcId="{F5E6CB33-A57B-47AF-941D-F25F6090D33F}" destId="{8834E04B-4683-4F6D-B4DB-0A0747DC8994}" srcOrd="0" destOrd="0" presId="urn:microsoft.com/office/officeart/2018/2/layout/IconLabelList"/>
    <dgm:cxn modelId="{D471D7A2-05D8-4114-9F89-5A54D53F44FA}" type="presOf" srcId="{F2F8EACE-A376-4E86-AF7B-8A786892B1DD}" destId="{A4B1D039-6ADA-446F-9A09-17DDCCCD61B0}" srcOrd="0" destOrd="0" presId="urn:microsoft.com/office/officeart/2018/2/layout/IconLabelList"/>
    <dgm:cxn modelId="{67D378B3-E689-4DFC-8E04-3794BE4A9E82}" type="presOf" srcId="{BD815967-D313-402F-B969-3A0810BEB9C2}" destId="{05E3B41D-A1B9-487D-935C-0C89994FB741}" srcOrd="0" destOrd="0" presId="urn:microsoft.com/office/officeart/2018/2/layout/IconLabelList"/>
    <dgm:cxn modelId="{9943F8B9-D7DD-456A-BAB0-A34647FC34D2}" srcId="{E5370C74-D30F-44B0-BEFA-6627A4BB73C5}" destId="{7EA0797A-D14A-45EF-95A9-8AA2F1B09E6D}" srcOrd="3" destOrd="0" parTransId="{39535CB0-3A93-4F94-A1BA-2C6728DDEA0F}" sibTransId="{D36652BD-99D4-4BA3-8FEF-3BD2F95CC5CE}"/>
    <dgm:cxn modelId="{9D7F89EF-3F08-4EA2-AF34-84EE52EA4593}" srcId="{E5370C74-D30F-44B0-BEFA-6627A4BB73C5}" destId="{BD815967-D313-402F-B969-3A0810BEB9C2}" srcOrd="2" destOrd="0" parTransId="{7645E9F6-A520-4D4E-B502-D928545F3BA8}" sibTransId="{C6E9D4FF-0C63-4801-9A6B-C363A4663D57}"/>
    <dgm:cxn modelId="{DC654CEE-E703-47CE-A1D5-20FDD8CF45F7}" type="presParOf" srcId="{D9CAFA18-80BE-40BA-AF91-2C50112A28F4}" destId="{B2F723A3-19E4-4B9B-BEA3-4DBE868D544B}" srcOrd="0" destOrd="0" presId="urn:microsoft.com/office/officeart/2018/2/layout/IconLabelList"/>
    <dgm:cxn modelId="{F09EF01A-440F-4AF3-B7E8-982CBC368FD3}" type="presParOf" srcId="{B2F723A3-19E4-4B9B-BEA3-4DBE868D544B}" destId="{E3112A2C-7392-4DC1-91E3-632FDBC311B1}" srcOrd="0" destOrd="0" presId="urn:microsoft.com/office/officeart/2018/2/layout/IconLabelList"/>
    <dgm:cxn modelId="{D4C31EC2-C257-437D-A5CE-C64771A3F98A}" type="presParOf" srcId="{B2F723A3-19E4-4B9B-BEA3-4DBE868D544B}" destId="{312A6E40-9BE9-4DAD-8DCA-B4A605D1AD7A}" srcOrd="1" destOrd="0" presId="urn:microsoft.com/office/officeart/2018/2/layout/IconLabelList"/>
    <dgm:cxn modelId="{F1B1516F-4EB0-40A6-BFA9-B38BD14655D5}" type="presParOf" srcId="{B2F723A3-19E4-4B9B-BEA3-4DBE868D544B}" destId="{2705229C-0575-4C0C-9669-79A86D4D657D}" srcOrd="2" destOrd="0" presId="urn:microsoft.com/office/officeart/2018/2/layout/IconLabelList"/>
    <dgm:cxn modelId="{159560D8-0298-429B-A1EE-6B372ABF9CE6}" type="presParOf" srcId="{D9CAFA18-80BE-40BA-AF91-2C50112A28F4}" destId="{D8E03C0D-4D85-4C88-AAAB-DD1E9282EB4C}" srcOrd="1" destOrd="0" presId="urn:microsoft.com/office/officeart/2018/2/layout/IconLabelList"/>
    <dgm:cxn modelId="{E79CBBB8-1EAA-4F93-B731-ADA848FB6628}" type="presParOf" srcId="{D9CAFA18-80BE-40BA-AF91-2C50112A28F4}" destId="{1E280E01-865C-4511-856C-EAB400E09AD5}" srcOrd="2" destOrd="0" presId="urn:microsoft.com/office/officeart/2018/2/layout/IconLabelList"/>
    <dgm:cxn modelId="{CB314B76-9511-4190-B4F9-018461C79654}" type="presParOf" srcId="{1E280E01-865C-4511-856C-EAB400E09AD5}" destId="{E2BDC9A3-7B90-464A-B234-F118E4DB329F}" srcOrd="0" destOrd="0" presId="urn:microsoft.com/office/officeart/2018/2/layout/IconLabelList"/>
    <dgm:cxn modelId="{7AAACE87-7727-4B4E-A4FC-EF044B6E224B}" type="presParOf" srcId="{1E280E01-865C-4511-856C-EAB400E09AD5}" destId="{C604859D-7A2F-415E-B7A1-7069EB0AEFD3}" srcOrd="1" destOrd="0" presId="urn:microsoft.com/office/officeart/2018/2/layout/IconLabelList"/>
    <dgm:cxn modelId="{A315F979-B4D1-4AC7-B4B6-2BE5770E30EA}" type="presParOf" srcId="{1E280E01-865C-4511-856C-EAB400E09AD5}" destId="{8834E04B-4683-4F6D-B4DB-0A0747DC8994}" srcOrd="2" destOrd="0" presId="urn:microsoft.com/office/officeart/2018/2/layout/IconLabelList"/>
    <dgm:cxn modelId="{3FA961C5-2788-471B-99A1-EA38C4AB04E6}" type="presParOf" srcId="{D9CAFA18-80BE-40BA-AF91-2C50112A28F4}" destId="{D8846AD0-681A-4621-8886-E053BD7F6DB1}" srcOrd="3" destOrd="0" presId="urn:microsoft.com/office/officeart/2018/2/layout/IconLabelList"/>
    <dgm:cxn modelId="{6F5B6DBD-DF42-45FA-96FB-3CCAE6A276EC}" type="presParOf" srcId="{D9CAFA18-80BE-40BA-AF91-2C50112A28F4}" destId="{632478D8-CA34-4D4D-BCF8-7604A7FC73DC}" srcOrd="4" destOrd="0" presId="urn:microsoft.com/office/officeart/2018/2/layout/IconLabelList"/>
    <dgm:cxn modelId="{0C88B7AC-18C0-4556-B455-BD2F104590B0}" type="presParOf" srcId="{632478D8-CA34-4D4D-BCF8-7604A7FC73DC}" destId="{AE17BAAF-654B-4425-98D7-849D306012FA}" srcOrd="0" destOrd="0" presId="urn:microsoft.com/office/officeart/2018/2/layout/IconLabelList"/>
    <dgm:cxn modelId="{7436F025-C9AE-4D6D-86C6-07A88EE5F2AC}" type="presParOf" srcId="{632478D8-CA34-4D4D-BCF8-7604A7FC73DC}" destId="{3CC04F55-235C-4DF0-BB4B-630CA857135B}" srcOrd="1" destOrd="0" presId="urn:microsoft.com/office/officeart/2018/2/layout/IconLabelList"/>
    <dgm:cxn modelId="{E4F507AF-AEE3-4BC2-978D-7C43B980C741}" type="presParOf" srcId="{632478D8-CA34-4D4D-BCF8-7604A7FC73DC}" destId="{05E3B41D-A1B9-487D-935C-0C89994FB741}" srcOrd="2" destOrd="0" presId="urn:microsoft.com/office/officeart/2018/2/layout/IconLabelList"/>
    <dgm:cxn modelId="{8612A3BD-CCF6-4D46-BB3F-5B15CF72C094}" type="presParOf" srcId="{D9CAFA18-80BE-40BA-AF91-2C50112A28F4}" destId="{C5838070-E419-4EFC-BB8B-5E52D6D35E22}" srcOrd="5" destOrd="0" presId="urn:microsoft.com/office/officeart/2018/2/layout/IconLabelList"/>
    <dgm:cxn modelId="{5F7E1CAE-0E06-4618-B6A0-D2F02CBA7E11}" type="presParOf" srcId="{D9CAFA18-80BE-40BA-AF91-2C50112A28F4}" destId="{78CBA673-F5E5-4BDA-84FF-9022DCDBCD63}" srcOrd="6" destOrd="0" presId="urn:microsoft.com/office/officeart/2018/2/layout/IconLabelList"/>
    <dgm:cxn modelId="{E7C2BD6D-330A-4FE5-A7ED-6292B0392594}" type="presParOf" srcId="{78CBA673-F5E5-4BDA-84FF-9022DCDBCD63}" destId="{B2C90532-BE44-4EC4-893D-F07F7C0E8231}" srcOrd="0" destOrd="0" presId="urn:microsoft.com/office/officeart/2018/2/layout/IconLabelList"/>
    <dgm:cxn modelId="{FD108376-D398-4A2B-8D62-6C360D9F7847}" type="presParOf" srcId="{78CBA673-F5E5-4BDA-84FF-9022DCDBCD63}" destId="{11A41A7F-27F9-4438-8A19-FFBBF4488F2C}" srcOrd="1" destOrd="0" presId="urn:microsoft.com/office/officeart/2018/2/layout/IconLabelList"/>
    <dgm:cxn modelId="{32D106E4-795A-4345-B4FC-F34377AD8534}" type="presParOf" srcId="{78CBA673-F5E5-4BDA-84FF-9022DCDBCD63}" destId="{3905F220-FF5D-425F-ABE6-7936CD05BB95}" srcOrd="2" destOrd="0" presId="urn:microsoft.com/office/officeart/2018/2/layout/IconLabelList"/>
    <dgm:cxn modelId="{BD7FBEF5-8B79-4B73-B153-262E649CCAA2}" type="presParOf" srcId="{D9CAFA18-80BE-40BA-AF91-2C50112A28F4}" destId="{B9406BF7-2EDA-4A5E-B616-66AAC3952E71}" srcOrd="7" destOrd="0" presId="urn:microsoft.com/office/officeart/2018/2/layout/IconLabelList"/>
    <dgm:cxn modelId="{AC40AF46-D7BB-4AA7-9EB7-CA93A2F861A7}" type="presParOf" srcId="{D9CAFA18-80BE-40BA-AF91-2C50112A28F4}" destId="{33376A1A-00B5-457B-B0FC-C887B5748D7A}" srcOrd="8" destOrd="0" presId="urn:microsoft.com/office/officeart/2018/2/layout/IconLabelList"/>
    <dgm:cxn modelId="{2FF1F7B8-802F-4491-942E-5043E14C9D95}" type="presParOf" srcId="{33376A1A-00B5-457B-B0FC-C887B5748D7A}" destId="{E8ABE83A-764F-40BE-AEB4-4B0E831631C1}" srcOrd="0" destOrd="0" presId="urn:microsoft.com/office/officeart/2018/2/layout/IconLabelList"/>
    <dgm:cxn modelId="{00EC87C8-0196-434E-B56D-3B9233F49E60}" type="presParOf" srcId="{33376A1A-00B5-457B-B0FC-C887B5748D7A}" destId="{050C6D3F-E7E0-4CC9-9B87-3EFA893F6DF1}" srcOrd="1" destOrd="0" presId="urn:microsoft.com/office/officeart/2018/2/layout/IconLabelList"/>
    <dgm:cxn modelId="{E2AEBD99-9699-4132-9F58-126F307993C7}" type="presParOf" srcId="{33376A1A-00B5-457B-B0FC-C887B5748D7A}" destId="{A4B1D039-6ADA-446F-9A09-17DDCCCD61B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E9286D-2204-43C8-8DA2-2AE5C88C2EAD}" type="doc">
      <dgm:prSet loTypeId="urn:microsoft.com/office/officeart/2016/7/layout/HorizontalActionList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5176E00A-515C-4EF2-A87E-7A3FB66F0462}">
      <dgm:prSet/>
      <dgm:spPr/>
      <dgm:t>
        <a:bodyPr/>
        <a:lstStyle/>
        <a:p>
          <a:r>
            <a:rPr lang="en-US"/>
            <a:t>Develop</a:t>
          </a:r>
        </a:p>
      </dgm:t>
    </dgm:pt>
    <dgm:pt modelId="{D8960B33-5FCF-445E-9D7E-49B73FEC4687}" type="parTrans" cxnId="{6A330C59-A6B1-489C-A421-1E4DBD0160F2}">
      <dgm:prSet/>
      <dgm:spPr/>
      <dgm:t>
        <a:bodyPr/>
        <a:lstStyle/>
        <a:p>
          <a:endParaRPr lang="en-US"/>
        </a:p>
      </dgm:t>
    </dgm:pt>
    <dgm:pt modelId="{2C82A7F4-C0C5-4436-85D5-E1078D0692B2}" type="sibTrans" cxnId="{6A330C59-A6B1-489C-A421-1E4DBD0160F2}">
      <dgm:prSet/>
      <dgm:spPr/>
      <dgm:t>
        <a:bodyPr/>
        <a:lstStyle/>
        <a:p>
          <a:endParaRPr lang="en-US"/>
        </a:p>
      </dgm:t>
    </dgm:pt>
    <dgm:pt modelId="{CCBB1715-6F9F-4F58-90C9-6D55967CE0EE}">
      <dgm:prSet/>
      <dgm:spPr/>
      <dgm:t>
        <a:bodyPr/>
        <a:lstStyle/>
        <a:p>
          <a:r>
            <a:rPr lang="en-US"/>
            <a:t>Develop a visual anomaly detection model for detecting defects using an Autoencoder design</a:t>
          </a:r>
        </a:p>
      </dgm:t>
    </dgm:pt>
    <dgm:pt modelId="{8DACB85B-389A-4E6E-A034-DB262732A9D2}" type="parTrans" cxnId="{F68136E4-D33B-43E6-9F7F-512F96B2730D}">
      <dgm:prSet/>
      <dgm:spPr/>
      <dgm:t>
        <a:bodyPr/>
        <a:lstStyle/>
        <a:p>
          <a:endParaRPr lang="en-US"/>
        </a:p>
      </dgm:t>
    </dgm:pt>
    <dgm:pt modelId="{E1038854-1528-453D-A36F-00307F71A8E8}" type="sibTrans" cxnId="{F68136E4-D33B-43E6-9F7F-512F96B2730D}">
      <dgm:prSet/>
      <dgm:spPr/>
      <dgm:t>
        <a:bodyPr/>
        <a:lstStyle/>
        <a:p>
          <a:endParaRPr lang="en-US"/>
        </a:p>
      </dgm:t>
    </dgm:pt>
    <dgm:pt modelId="{DD326786-C0A0-4A64-9175-EBAD80F99237}">
      <dgm:prSet/>
      <dgm:spPr/>
      <dgm:t>
        <a:bodyPr/>
        <a:lstStyle/>
        <a:p>
          <a:r>
            <a:rPr lang="en-US"/>
            <a:t>Implement</a:t>
          </a:r>
        </a:p>
      </dgm:t>
    </dgm:pt>
    <dgm:pt modelId="{5EBA9CDA-39CB-424E-B131-ED82A28AAEF2}" type="parTrans" cxnId="{65F82A90-A810-42A0-8384-6DB0DF6FA6FA}">
      <dgm:prSet/>
      <dgm:spPr/>
      <dgm:t>
        <a:bodyPr/>
        <a:lstStyle/>
        <a:p>
          <a:endParaRPr lang="en-US"/>
        </a:p>
      </dgm:t>
    </dgm:pt>
    <dgm:pt modelId="{D34B9808-0035-4520-A05D-BF3949A94F90}" type="sibTrans" cxnId="{65F82A90-A810-42A0-8384-6DB0DF6FA6FA}">
      <dgm:prSet/>
      <dgm:spPr/>
      <dgm:t>
        <a:bodyPr/>
        <a:lstStyle/>
        <a:p>
          <a:endParaRPr lang="en-US"/>
        </a:p>
      </dgm:t>
    </dgm:pt>
    <dgm:pt modelId="{DA34503E-239B-4C7A-A783-3769CCF8F859}">
      <dgm:prSet/>
      <dgm:spPr/>
      <dgm:t>
        <a:bodyPr/>
        <a:lstStyle/>
        <a:p>
          <a:r>
            <a:rPr lang="en-US"/>
            <a:t>Implement Latent Replay-based Continual Learning on the visual detection model</a:t>
          </a:r>
        </a:p>
      </dgm:t>
    </dgm:pt>
    <dgm:pt modelId="{6F92A2E7-4C57-4CDF-B3AB-332A260FD535}" type="parTrans" cxnId="{2FAE5270-7B99-4AA6-9024-773392F0F010}">
      <dgm:prSet/>
      <dgm:spPr/>
      <dgm:t>
        <a:bodyPr/>
        <a:lstStyle/>
        <a:p>
          <a:endParaRPr lang="en-US"/>
        </a:p>
      </dgm:t>
    </dgm:pt>
    <dgm:pt modelId="{EDA63414-AE8E-4F18-9B29-8426E7B3CA92}" type="sibTrans" cxnId="{2FAE5270-7B99-4AA6-9024-773392F0F010}">
      <dgm:prSet/>
      <dgm:spPr/>
      <dgm:t>
        <a:bodyPr/>
        <a:lstStyle/>
        <a:p>
          <a:endParaRPr lang="en-US"/>
        </a:p>
      </dgm:t>
    </dgm:pt>
    <dgm:pt modelId="{2F266B85-E362-43E9-A5E6-F5307CD1343F}">
      <dgm:prSet/>
      <dgm:spPr/>
      <dgm:t>
        <a:bodyPr/>
        <a:lstStyle/>
        <a:p>
          <a:r>
            <a:rPr lang="en-US"/>
            <a:t>Measure</a:t>
          </a:r>
        </a:p>
      </dgm:t>
    </dgm:pt>
    <dgm:pt modelId="{F03EB61A-1285-4DA6-876C-3E1D1ED1C921}" type="parTrans" cxnId="{B0BE572A-D418-47C5-9AFA-F52606ADFC9F}">
      <dgm:prSet/>
      <dgm:spPr/>
      <dgm:t>
        <a:bodyPr/>
        <a:lstStyle/>
        <a:p>
          <a:endParaRPr lang="en-US"/>
        </a:p>
      </dgm:t>
    </dgm:pt>
    <dgm:pt modelId="{27F463DF-D47F-4A23-9E4F-F0762934272C}" type="sibTrans" cxnId="{B0BE572A-D418-47C5-9AFA-F52606ADFC9F}">
      <dgm:prSet/>
      <dgm:spPr/>
      <dgm:t>
        <a:bodyPr/>
        <a:lstStyle/>
        <a:p>
          <a:endParaRPr lang="en-US"/>
        </a:p>
      </dgm:t>
    </dgm:pt>
    <dgm:pt modelId="{A1521926-6FF8-495A-BF9E-5AB418CA13D1}">
      <dgm:prSet/>
      <dgm:spPr/>
      <dgm:t>
        <a:bodyPr/>
        <a:lstStyle/>
        <a:p>
          <a:r>
            <a:rPr lang="en-US"/>
            <a:t>Measure the viability of Latent Replay on Autoencoder-based Anomaly Detection model</a:t>
          </a:r>
        </a:p>
      </dgm:t>
    </dgm:pt>
    <dgm:pt modelId="{35E76628-6349-4386-AE08-591B8D37CD97}" type="parTrans" cxnId="{3EF24D3A-2270-404E-89E0-6EBF760C0DFA}">
      <dgm:prSet/>
      <dgm:spPr/>
      <dgm:t>
        <a:bodyPr/>
        <a:lstStyle/>
        <a:p>
          <a:endParaRPr lang="en-US"/>
        </a:p>
      </dgm:t>
    </dgm:pt>
    <dgm:pt modelId="{95412E84-95DC-4CDA-A551-EF62FAD0FE90}" type="sibTrans" cxnId="{3EF24D3A-2270-404E-89E0-6EBF760C0DFA}">
      <dgm:prSet/>
      <dgm:spPr/>
      <dgm:t>
        <a:bodyPr/>
        <a:lstStyle/>
        <a:p>
          <a:endParaRPr lang="en-US"/>
        </a:p>
      </dgm:t>
    </dgm:pt>
    <dgm:pt modelId="{FC89794D-3990-479A-89F8-616185825DC5}">
      <dgm:prSet/>
      <dgm:spPr/>
      <dgm:t>
        <a:bodyPr/>
        <a:lstStyle/>
        <a:p>
          <a:r>
            <a:rPr lang="en-US"/>
            <a:t>Determine</a:t>
          </a:r>
        </a:p>
      </dgm:t>
    </dgm:pt>
    <dgm:pt modelId="{25CFF68F-7532-495D-B066-9336F0724206}" type="parTrans" cxnId="{51F69F66-282D-486E-9CF2-E5EC6A059C83}">
      <dgm:prSet/>
      <dgm:spPr/>
      <dgm:t>
        <a:bodyPr/>
        <a:lstStyle/>
        <a:p>
          <a:endParaRPr lang="en-US"/>
        </a:p>
      </dgm:t>
    </dgm:pt>
    <dgm:pt modelId="{1AD32BD2-A972-45A7-9A06-1003148A356A}" type="sibTrans" cxnId="{51F69F66-282D-486E-9CF2-E5EC6A059C83}">
      <dgm:prSet/>
      <dgm:spPr/>
      <dgm:t>
        <a:bodyPr/>
        <a:lstStyle/>
        <a:p>
          <a:endParaRPr lang="en-US"/>
        </a:p>
      </dgm:t>
    </dgm:pt>
    <dgm:pt modelId="{FD21D5F3-5007-42C8-83C3-1D116758B78A}">
      <dgm:prSet/>
      <dgm:spPr/>
      <dgm:t>
        <a:bodyPr/>
        <a:lstStyle/>
        <a:p>
          <a:r>
            <a:rPr lang="en-US"/>
            <a:t>Determine the viability of running the design on an embedded device (Raspberry Pi 5)</a:t>
          </a:r>
        </a:p>
      </dgm:t>
    </dgm:pt>
    <dgm:pt modelId="{18B471CC-7F65-49B6-A318-024A5D97BD96}" type="parTrans" cxnId="{5DE936B6-4A5E-4D35-87DE-4C3738893EE5}">
      <dgm:prSet/>
      <dgm:spPr/>
      <dgm:t>
        <a:bodyPr/>
        <a:lstStyle/>
        <a:p>
          <a:endParaRPr lang="en-US"/>
        </a:p>
      </dgm:t>
    </dgm:pt>
    <dgm:pt modelId="{EB999036-D30D-4891-B252-C8B227421B7E}" type="sibTrans" cxnId="{5DE936B6-4A5E-4D35-87DE-4C3738893EE5}">
      <dgm:prSet/>
      <dgm:spPr/>
      <dgm:t>
        <a:bodyPr/>
        <a:lstStyle/>
        <a:p>
          <a:endParaRPr lang="en-US"/>
        </a:p>
      </dgm:t>
    </dgm:pt>
    <dgm:pt modelId="{7AABF65F-154D-4139-8A0D-DF2D5EF9CCD7}" type="pres">
      <dgm:prSet presAssocID="{9CE9286D-2204-43C8-8DA2-2AE5C88C2EAD}" presName="Name0" presStyleCnt="0">
        <dgm:presLayoutVars>
          <dgm:dir/>
          <dgm:animLvl val="lvl"/>
          <dgm:resizeHandles val="exact"/>
        </dgm:presLayoutVars>
      </dgm:prSet>
      <dgm:spPr/>
    </dgm:pt>
    <dgm:pt modelId="{4D70DFB9-83E2-4FF6-A77F-E634DD8E6913}" type="pres">
      <dgm:prSet presAssocID="{5176E00A-515C-4EF2-A87E-7A3FB66F0462}" presName="composite" presStyleCnt="0"/>
      <dgm:spPr/>
    </dgm:pt>
    <dgm:pt modelId="{DE9BAB0B-A4AC-4A20-92F0-1962DD4AC5FA}" type="pres">
      <dgm:prSet presAssocID="{5176E00A-515C-4EF2-A87E-7A3FB66F0462}" presName="parTx" presStyleLbl="alignNode1" presStyleIdx="0" presStyleCnt="4">
        <dgm:presLayoutVars>
          <dgm:chMax val="0"/>
          <dgm:chPref val="0"/>
        </dgm:presLayoutVars>
      </dgm:prSet>
      <dgm:spPr/>
    </dgm:pt>
    <dgm:pt modelId="{72AF5CED-1D9C-47D4-9D9A-1B71ECEE72DD}" type="pres">
      <dgm:prSet presAssocID="{5176E00A-515C-4EF2-A87E-7A3FB66F0462}" presName="desTx" presStyleLbl="alignAccFollowNode1" presStyleIdx="0" presStyleCnt="4">
        <dgm:presLayoutVars/>
      </dgm:prSet>
      <dgm:spPr/>
    </dgm:pt>
    <dgm:pt modelId="{E99C44D1-594F-4A19-87F1-014A9C52C902}" type="pres">
      <dgm:prSet presAssocID="{2C82A7F4-C0C5-4436-85D5-E1078D0692B2}" presName="space" presStyleCnt="0"/>
      <dgm:spPr/>
    </dgm:pt>
    <dgm:pt modelId="{52A6F983-564F-4B2F-AA81-B2426505FC94}" type="pres">
      <dgm:prSet presAssocID="{DD326786-C0A0-4A64-9175-EBAD80F99237}" presName="composite" presStyleCnt="0"/>
      <dgm:spPr/>
    </dgm:pt>
    <dgm:pt modelId="{5720D117-8394-487E-9856-D53D7E7C3C04}" type="pres">
      <dgm:prSet presAssocID="{DD326786-C0A0-4A64-9175-EBAD80F99237}" presName="parTx" presStyleLbl="alignNode1" presStyleIdx="1" presStyleCnt="4">
        <dgm:presLayoutVars>
          <dgm:chMax val="0"/>
          <dgm:chPref val="0"/>
        </dgm:presLayoutVars>
      </dgm:prSet>
      <dgm:spPr/>
    </dgm:pt>
    <dgm:pt modelId="{4A5DE08C-5F69-461E-90C7-F8BE5E032DA3}" type="pres">
      <dgm:prSet presAssocID="{DD326786-C0A0-4A64-9175-EBAD80F99237}" presName="desTx" presStyleLbl="alignAccFollowNode1" presStyleIdx="1" presStyleCnt="4">
        <dgm:presLayoutVars/>
      </dgm:prSet>
      <dgm:spPr/>
    </dgm:pt>
    <dgm:pt modelId="{ED9B8B5A-86E3-4F16-8AC1-52370AEA91C9}" type="pres">
      <dgm:prSet presAssocID="{D34B9808-0035-4520-A05D-BF3949A94F90}" presName="space" presStyleCnt="0"/>
      <dgm:spPr/>
    </dgm:pt>
    <dgm:pt modelId="{5467CAED-15F4-44F0-A56A-1D41F853C7BE}" type="pres">
      <dgm:prSet presAssocID="{2F266B85-E362-43E9-A5E6-F5307CD1343F}" presName="composite" presStyleCnt="0"/>
      <dgm:spPr/>
    </dgm:pt>
    <dgm:pt modelId="{62592AB3-6238-4277-B06D-4D12603AE848}" type="pres">
      <dgm:prSet presAssocID="{2F266B85-E362-43E9-A5E6-F5307CD1343F}" presName="parTx" presStyleLbl="alignNode1" presStyleIdx="2" presStyleCnt="4">
        <dgm:presLayoutVars>
          <dgm:chMax val="0"/>
          <dgm:chPref val="0"/>
        </dgm:presLayoutVars>
      </dgm:prSet>
      <dgm:spPr/>
    </dgm:pt>
    <dgm:pt modelId="{99EEB87A-5D0B-44E2-84CB-BA8F00C1BC01}" type="pres">
      <dgm:prSet presAssocID="{2F266B85-E362-43E9-A5E6-F5307CD1343F}" presName="desTx" presStyleLbl="alignAccFollowNode1" presStyleIdx="2" presStyleCnt="4">
        <dgm:presLayoutVars/>
      </dgm:prSet>
      <dgm:spPr/>
    </dgm:pt>
    <dgm:pt modelId="{B07CD545-9588-4B5A-916E-F8BE12382255}" type="pres">
      <dgm:prSet presAssocID="{27F463DF-D47F-4A23-9E4F-F0762934272C}" presName="space" presStyleCnt="0"/>
      <dgm:spPr/>
    </dgm:pt>
    <dgm:pt modelId="{E5945A96-489A-4487-9206-532C7C770BFB}" type="pres">
      <dgm:prSet presAssocID="{FC89794D-3990-479A-89F8-616185825DC5}" presName="composite" presStyleCnt="0"/>
      <dgm:spPr/>
    </dgm:pt>
    <dgm:pt modelId="{4E743C1F-2C87-4BA9-A044-7B41B6662F77}" type="pres">
      <dgm:prSet presAssocID="{FC89794D-3990-479A-89F8-616185825DC5}" presName="parTx" presStyleLbl="alignNode1" presStyleIdx="3" presStyleCnt="4">
        <dgm:presLayoutVars>
          <dgm:chMax val="0"/>
          <dgm:chPref val="0"/>
        </dgm:presLayoutVars>
      </dgm:prSet>
      <dgm:spPr/>
    </dgm:pt>
    <dgm:pt modelId="{092EA07A-5E64-401C-8658-B902B46B4C1E}" type="pres">
      <dgm:prSet presAssocID="{FC89794D-3990-479A-89F8-616185825DC5}" presName="desTx" presStyleLbl="alignAccFollowNode1" presStyleIdx="3" presStyleCnt="4">
        <dgm:presLayoutVars/>
      </dgm:prSet>
      <dgm:spPr/>
    </dgm:pt>
  </dgm:ptLst>
  <dgm:cxnLst>
    <dgm:cxn modelId="{B0BE572A-D418-47C5-9AFA-F52606ADFC9F}" srcId="{9CE9286D-2204-43C8-8DA2-2AE5C88C2EAD}" destId="{2F266B85-E362-43E9-A5E6-F5307CD1343F}" srcOrd="2" destOrd="0" parTransId="{F03EB61A-1285-4DA6-876C-3E1D1ED1C921}" sibTransId="{27F463DF-D47F-4A23-9E4F-F0762934272C}"/>
    <dgm:cxn modelId="{7033B12B-F6BD-4F3E-AC49-1B1CE62EAF3E}" type="presOf" srcId="{5176E00A-515C-4EF2-A87E-7A3FB66F0462}" destId="{DE9BAB0B-A4AC-4A20-92F0-1962DD4AC5FA}" srcOrd="0" destOrd="0" presId="urn:microsoft.com/office/officeart/2016/7/layout/HorizontalActionList"/>
    <dgm:cxn modelId="{3EF24D3A-2270-404E-89E0-6EBF760C0DFA}" srcId="{2F266B85-E362-43E9-A5E6-F5307CD1343F}" destId="{A1521926-6FF8-495A-BF9E-5AB418CA13D1}" srcOrd="0" destOrd="0" parTransId="{35E76628-6349-4386-AE08-591B8D37CD97}" sibTransId="{95412E84-95DC-4CDA-A551-EF62FAD0FE90}"/>
    <dgm:cxn modelId="{70D0E160-179B-4F9E-9810-614D038C5859}" type="presOf" srcId="{2F266B85-E362-43E9-A5E6-F5307CD1343F}" destId="{62592AB3-6238-4277-B06D-4D12603AE848}" srcOrd="0" destOrd="0" presId="urn:microsoft.com/office/officeart/2016/7/layout/HorizontalActionList"/>
    <dgm:cxn modelId="{0B26FE61-57D2-408F-A525-5064862C8747}" type="presOf" srcId="{DA34503E-239B-4C7A-A783-3769CCF8F859}" destId="{4A5DE08C-5F69-461E-90C7-F8BE5E032DA3}" srcOrd="0" destOrd="0" presId="urn:microsoft.com/office/officeart/2016/7/layout/HorizontalActionList"/>
    <dgm:cxn modelId="{729E9A62-7B07-46C6-9EE0-580C2AEE6E72}" type="presOf" srcId="{CCBB1715-6F9F-4F58-90C9-6D55967CE0EE}" destId="{72AF5CED-1D9C-47D4-9D9A-1B71ECEE72DD}" srcOrd="0" destOrd="0" presId="urn:microsoft.com/office/officeart/2016/7/layout/HorizontalActionList"/>
    <dgm:cxn modelId="{51F69F66-282D-486E-9CF2-E5EC6A059C83}" srcId="{9CE9286D-2204-43C8-8DA2-2AE5C88C2EAD}" destId="{FC89794D-3990-479A-89F8-616185825DC5}" srcOrd="3" destOrd="0" parTransId="{25CFF68F-7532-495D-B066-9336F0724206}" sibTransId="{1AD32BD2-A972-45A7-9A06-1003148A356A}"/>
    <dgm:cxn modelId="{2FAE5270-7B99-4AA6-9024-773392F0F010}" srcId="{DD326786-C0A0-4A64-9175-EBAD80F99237}" destId="{DA34503E-239B-4C7A-A783-3769CCF8F859}" srcOrd="0" destOrd="0" parTransId="{6F92A2E7-4C57-4CDF-B3AB-332A260FD535}" sibTransId="{EDA63414-AE8E-4F18-9B29-8426E7B3CA92}"/>
    <dgm:cxn modelId="{C8873774-6D75-448B-AA52-0ACB1E9C53D8}" type="presOf" srcId="{FD21D5F3-5007-42C8-83C3-1D116758B78A}" destId="{092EA07A-5E64-401C-8658-B902B46B4C1E}" srcOrd="0" destOrd="0" presId="urn:microsoft.com/office/officeart/2016/7/layout/HorizontalActionList"/>
    <dgm:cxn modelId="{C0AE0058-2139-41D5-B5A0-DB1CDC06EADD}" type="presOf" srcId="{9CE9286D-2204-43C8-8DA2-2AE5C88C2EAD}" destId="{7AABF65F-154D-4139-8A0D-DF2D5EF9CCD7}" srcOrd="0" destOrd="0" presId="urn:microsoft.com/office/officeart/2016/7/layout/HorizontalActionList"/>
    <dgm:cxn modelId="{6A330C59-A6B1-489C-A421-1E4DBD0160F2}" srcId="{9CE9286D-2204-43C8-8DA2-2AE5C88C2EAD}" destId="{5176E00A-515C-4EF2-A87E-7A3FB66F0462}" srcOrd="0" destOrd="0" parTransId="{D8960B33-5FCF-445E-9D7E-49B73FEC4687}" sibTransId="{2C82A7F4-C0C5-4436-85D5-E1078D0692B2}"/>
    <dgm:cxn modelId="{65F82A90-A810-42A0-8384-6DB0DF6FA6FA}" srcId="{9CE9286D-2204-43C8-8DA2-2AE5C88C2EAD}" destId="{DD326786-C0A0-4A64-9175-EBAD80F99237}" srcOrd="1" destOrd="0" parTransId="{5EBA9CDA-39CB-424E-B131-ED82A28AAEF2}" sibTransId="{D34B9808-0035-4520-A05D-BF3949A94F90}"/>
    <dgm:cxn modelId="{5DE936B6-4A5E-4D35-87DE-4C3738893EE5}" srcId="{FC89794D-3990-479A-89F8-616185825DC5}" destId="{FD21D5F3-5007-42C8-83C3-1D116758B78A}" srcOrd="0" destOrd="0" parTransId="{18B471CC-7F65-49B6-A318-024A5D97BD96}" sibTransId="{EB999036-D30D-4891-B252-C8B227421B7E}"/>
    <dgm:cxn modelId="{FA4EE1BF-604A-4537-8F42-E55BEC4F1762}" type="presOf" srcId="{DD326786-C0A0-4A64-9175-EBAD80F99237}" destId="{5720D117-8394-487E-9856-D53D7E7C3C04}" srcOrd="0" destOrd="0" presId="urn:microsoft.com/office/officeart/2016/7/layout/HorizontalActionList"/>
    <dgm:cxn modelId="{7E2965D0-1E46-4231-A588-D86E1D2841B9}" type="presOf" srcId="{A1521926-6FF8-495A-BF9E-5AB418CA13D1}" destId="{99EEB87A-5D0B-44E2-84CB-BA8F00C1BC01}" srcOrd="0" destOrd="0" presId="urn:microsoft.com/office/officeart/2016/7/layout/HorizontalActionList"/>
    <dgm:cxn modelId="{F68136E4-D33B-43E6-9F7F-512F96B2730D}" srcId="{5176E00A-515C-4EF2-A87E-7A3FB66F0462}" destId="{CCBB1715-6F9F-4F58-90C9-6D55967CE0EE}" srcOrd="0" destOrd="0" parTransId="{8DACB85B-389A-4E6E-A034-DB262732A9D2}" sibTransId="{E1038854-1528-453D-A36F-00307F71A8E8}"/>
    <dgm:cxn modelId="{AA9AD7F9-F0CF-4A94-A1F9-83D77BB4B2E7}" type="presOf" srcId="{FC89794D-3990-479A-89F8-616185825DC5}" destId="{4E743C1F-2C87-4BA9-A044-7B41B6662F77}" srcOrd="0" destOrd="0" presId="urn:microsoft.com/office/officeart/2016/7/layout/HorizontalActionList"/>
    <dgm:cxn modelId="{08DFD333-A867-4E7F-B2B9-8580C04A0959}" type="presParOf" srcId="{7AABF65F-154D-4139-8A0D-DF2D5EF9CCD7}" destId="{4D70DFB9-83E2-4FF6-A77F-E634DD8E6913}" srcOrd="0" destOrd="0" presId="urn:microsoft.com/office/officeart/2016/7/layout/HorizontalActionList"/>
    <dgm:cxn modelId="{11F22C8F-58D7-4520-A5B6-185AAD562170}" type="presParOf" srcId="{4D70DFB9-83E2-4FF6-A77F-E634DD8E6913}" destId="{DE9BAB0B-A4AC-4A20-92F0-1962DD4AC5FA}" srcOrd="0" destOrd="0" presId="urn:microsoft.com/office/officeart/2016/7/layout/HorizontalActionList"/>
    <dgm:cxn modelId="{187FD4FE-B68E-4881-8E4D-BCF09C00D5CF}" type="presParOf" srcId="{4D70DFB9-83E2-4FF6-A77F-E634DD8E6913}" destId="{72AF5CED-1D9C-47D4-9D9A-1B71ECEE72DD}" srcOrd="1" destOrd="0" presId="urn:microsoft.com/office/officeart/2016/7/layout/HorizontalActionList"/>
    <dgm:cxn modelId="{D5E02168-56D1-4145-86D1-F92457B5308D}" type="presParOf" srcId="{7AABF65F-154D-4139-8A0D-DF2D5EF9CCD7}" destId="{E99C44D1-594F-4A19-87F1-014A9C52C902}" srcOrd="1" destOrd="0" presId="urn:microsoft.com/office/officeart/2016/7/layout/HorizontalActionList"/>
    <dgm:cxn modelId="{D44338A6-DE7C-4EFE-95E8-C8B89A0892B9}" type="presParOf" srcId="{7AABF65F-154D-4139-8A0D-DF2D5EF9CCD7}" destId="{52A6F983-564F-4B2F-AA81-B2426505FC94}" srcOrd="2" destOrd="0" presId="urn:microsoft.com/office/officeart/2016/7/layout/HorizontalActionList"/>
    <dgm:cxn modelId="{26A9B542-CC4E-4D7D-A2FF-90AF7DCC2CCE}" type="presParOf" srcId="{52A6F983-564F-4B2F-AA81-B2426505FC94}" destId="{5720D117-8394-487E-9856-D53D7E7C3C04}" srcOrd="0" destOrd="0" presId="urn:microsoft.com/office/officeart/2016/7/layout/HorizontalActionList"/>
    <dgm:cxn modelId="{BC5E2918-0FC0-4875-B021-342D2AE25E4F}" type="presParOf" srcId="{52A6F983-564F-4B2F-AA81-B2426505FC94}" destId="{4A5DE08C-5F69-461E-90C7-F8BE5E032DA3}" srcOrd="1" destOrd="0" presId="urn:microsoft.com/office/officeart/2016/7/layout/HorizontalActionList"/>
    <dgm:cxn modelId="{32C7B621-FF16-4448-8807-BCB1893FC21F}" type="presParOf" srcId="{7AABF65F-154D-4139-8A0D-DF2D5EF9CCD7}" destId="{ED9B8B5A-86E3-4F16-8AC1-52370AEA91C9}" srcOrd="3" destOrd="0" presId="urn:microsoft.com/office/officeart/2016/7/layout/HorizontalActionList"/>
    <dgm:cxn modelId="{5B9929CB-560A-4724-A4D5-318490830829}" type="presParOf" srcId="{7AABF65F-154D-4139-8A0D-DF2D5EF9CCD7}" destId="{5467CAED-15F4-44F0-A56A-1D41F853C7BE}" srcOrd="4" destOrd="0" presId="urn:microsoft.com/office/officeart/2016/7/layout/HorizontalActionList"/>
    <dgm:cxn modelId="{3488693D-365A-41BC-B709-D01339FD1177}" type="presParOf" srcId="{5467CAED-15F4-44F0-A56A-1D41F853C7BE}" destId="{62592AB3-6238-4277-B06D-4D12603AE848}" srcOrd="0" destOrd="0" presId="urn:microsoft.com/office/officeart/2016/7/layout/HorizontalActionList"/>
    <dgm:cxn modelId="{62956DB8-0578-4E59-9627-2C40E49D9614}" type="presParOf" srcId="{5467CAED-15F4-44F0-A56A-1D41F853C7BE}" destId="{99EEB87A-5D0B-44E2-84CB-BA8F00C1BC01}" srcOrd="1" destOrd="0" presId="urn:microsoft.com/office/officeart/2016/7/layout/HorizontalActionList"/>
    <dgm:cxn modelId="{8867FDB0-3885-4974-8CEB-AE81B810693D}" type="presParOf" srcId="{7AABF65F-154D-4139-8A0D-DF2D5EF9CCD7}" destId="{B07CD545-9588-4B5A-916E-F8BE12382255}" srcOrd="5" destOrd="0" presId="urn:microsoft.com/office/officeart/2016/7/layout/HorizontalActionList"/>
    <dgm:cxn modelId="{A575508A-F837-40FC-889A-C37F09242788}" type="presParOf" srcId="{7AABF65F-154D-4139-8A0D-DF2D5EF9CCD7}" destId="{E5945A96-489A-4487-9206-532C7C770BFB}" srcOrd="6" destOrd="0" presId="urn:microsoft.com/office/officeart/2016/7/layout/HorizontalActionList"/>
    <dgm:cxn modelId="{2D14E88D-7D82-4243-B9F5-BFB52B183228}" type="presParOf" srcId="{E5945A96-489A-4487-9206-532C7C770BFB}" destId="{4E743C1F-2C87-4BA9-A044-7B41B6662F77}" srcOrd="0" destOrd="0" presId="urn:microsoft.com/office/officeart/2016/7/layout/HorizontalActionList"/>
    <dgm:cxn modelId="{CA1BFC58-1E17-4C57-A746-5C6D397CF7FD}" type="presParOf" srcId="{E5945A96-489A-4487-9206-532C7C770BFB}" destId="{092EA07A-5E64-401C-8658-B902B46B4C1E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CB3DFA-C907-4EBD-A7A3-468CA833E6A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103180-0EC5-4746-AC92-8B5CD090A4CD}">
      <dgm:prSet/>
      <dgm:spPr/>
      <dgm:t>
        <a:bodyPr/>
        <a:lstStyle/>
        <a:p>
          <a:r>
            <a:rPr lang="en-US"/>
            <a:t>Standard dataset for testing Anomaly Detection </a:t>
          </a:r>
        </a:p>
      </dgm:t>
    </dgm:pt>
    <dgm:pt modelId="{1054E886-9D96-4102-A18F-8AEA77B440DB}" type="parTrans" cxnId="{D223EE48-CC05-47E6-8130-0B31805D3F0C}">
      <dgm:prSet/>
      <dgm:spPr/>
      <dgm:t>
        <a:bodyPr/>
        <a:lstStyle/>
        <a:p>
          <a:endParaRPr lang="en-US"/>
        </a:p>
      </dgm:t>
    </dgm:pt>
    <dgm:pt modelId="{6829E8BF-C442-4B58-B7E2-BC24B62885FC}" type="sibTrans" cxnId="{D223EE48-CC05-47E6-8130-0B31805D3F0C}">
      <dgm:prSet/>
      <dgm:spPr/>
      <dgm:t>
        <a:bodyPr/>
        <a:lstStyle/>
        <a:p>
          <a:endParaRPr lang="en-US"/>
        </a:p>
      </dgm:t>
    </dgm:pt>
    <dgm:pt modelId="{01A9CA90-24D8-4E24-AB00-B3D17D2114DF}">
      <dgm:prSet/>
      <dgm:spPr/>
      <dgm:t>
        <a:bodyPr/>
        <a:lstStyle/>
        <a:p>
          <a:r>
            <a:rPr lang="en-US"/>
            <a:t>15 Different categories for training and testing; Mix of different objects and materials</a:t>
          </a:r>
        </a:p>
      </dgm:t>
    </dgm:pt>
    <dgm:pt modelId="{697AA94D-0F00-4F1D-B109-75EB7D653B75}" type="parTrans" cxnId="{A3550166-9871-469F-982C-71EEE80101BC}">
      <dgm:prSet/>
      <dgm:spPr/>
      <dgm:t>
        <a:bodyPr/>
        <a:lstStyle/>
        <a:p>
          <a:endParaRPr lang="en-US"/>
        </a:p>
      </dgm:t>
    </dgm:pt>
    <dgm:pt modelId="{223DB3D3-4306-4AA4-8DF2-613291CA203A}" type="sibTrans" cxnId="{A3550166-9871-469F-982C-71EEE80101BC}">
      <dgm:prSet/>
      <dgm:spPr/>
      <dgm:t>
        <a:bodyPr/>
        <a:lstStyle/>
        <a:p>
          <a:endParaRPr lang="en-US"/>
        </a:p>
      </dgm:t>
    </dgm:pt>
    <dgm:pt modelId="{90C0572E-7669-4AD7-B78F-7A37151F1718}">
      <dgm:prSet/>
      <dgm:spPr/>
      <dgm:t>
        <a:bodyPr/>
        <a:lstStyle/>
        <a:p>
          <a:r>
            <a:rPr lang="en-US"/>
            <a:t>2-400 training images per category with no anomalies</a:t>
          </a:r>
        </a:p>
      </dgm:t>
    </dgm:pt>
    <dgm:pt modelId="{363D14A8-097E-4374-857E-FA9AB7440D9E}" type="parTrans" cxnId="{85158F63-8F6A-4BEE-A827-C311CD6EDED9}">
      <dgm:prSet/>
      <dgm:spPr/>
      <dgm:t>
        <a:bodyPr/>
        <a:lstStyle/>
        <a:p>
          <a:endParaRPr lang="en-US"/>
        </a:p>
      </dgm:t>
    </dgm:pt>
    <dgm:pt modelId="{6D2B2A00-0540-4AAB-869B-C2FF9C99BDBD}" type="sibTrans" cxnId="{85158F63-8F6A-4BEE-A827-C311CD6EDED9}">
      <dgm:prSet/>
      <dgm:spPr/>
      <dgm:t>
        <a:bodyPr/>
        <a:lstStyle/>
        <a:p>
          <a:endParaRPr lang="en-US"/>
        </a:p>
      </dgm:t>
    </dgm:pt>
    <dgm:pt modelId="{7C5279A8-64E3-4ACF-9486-6A8E1D63F1ED}">
      <dgm:prSet/>
      <dgm:spPr/>
      <dgm:t>
        <a:bodyPr/>
        <a:lstStyle/>
        <a:p>
          <a:r>
            <a:rPr lang="en-US"/>
            <a:t>Testing images have various anomalies to detect (damage, contamination)</a:t>
          </a:r>
        </a:p>
      </dgm:t>
    </dgm:pt>
    <dgm:pt modelId="{3A560D55-C63E-43AA-B99F-4C4B76DBB571}" type="parTrans" cxnId="{20D48C37-08C6-4383-9396-D736129220E0}">
      <dgm:prSet/>
      <dgm:spPr/>
      <dgm:t>
        <a:bodyPr/>
        <a:lstStyle/>
        <a:p>
          <a:endParaRPr lang="en-US"/>
        </a:p>
      </dgm:t>
    </dgm:pt>
    <dgm:pt modelId="{3E98240D-5E9F-47A0-8AA2-3A62A3D7D151}" type="sibTrans" cxnId="{20D48C37-08C6-4383-9396-D736129220E0}">
      <dgm:prSet/>
      <dgm:spPr/>
      <dgm:t>
        <a:bodyPr/>
        <a:lstStyle/>
        <a:p>
          <a:endParaRPr lang="en-US"/>
        </a:p>
      </dgm:t>
    </dgm:pt>
    <dgm:pt modelId="{B7AA395D-B6EC-4630-8F4E-E3CFB7DABDB4}">
      <dgm:prSet/>
      <dgm:spPr/>
      <dgm:t>
        <a:bodyPr/>
        <a:lstStyle/>
        <a:p>
          <a:r>
            <a:rPr lang="en-US"/>
            <a:t>Images are at a 1024x1024 resolution, down sampled to 256x256</a:t>
          </a:r>
        </a:p>
      </dgm:t>
    </dgm:pt>
    <dgm:pt modelId="{EC1DD8F2-731E-4801-A1A6-9C84639F1D37}" type="parTrans" cxnId="{DD90D90C-17E7-47ED-BE35-6746FA2061DB}">
      <dgm:prSet/>
      <dgm:spPr/>
      <dgm:t>
        <a:bodyPr/>
        <a:lstStyle/>
        <a:p>
          <a:endParaRPr lang="en-US"/>
        </a:p>
      </dgm:t>
    </dgm:pt>
    <dgm:pt modelId="{A1190529-E0CF-4300-9F8B-484C5B16F86D}" type="sibTrans" cxnId="{DD90D90C-17E7-47ED-BE35-6746FA2061DB}">
      <dgm:prSet/>
      <dgm:spPr/>
      <dgm:t>
        <a:bodyPr/>
        <a:lstStyle/>
        <a:p>
          <a:endParaRPr lang="en-US"/>
        </a:p>
      </dgm:t>
    </dgm:pt>
    <dgm:pt modelId="{B7798EFD-60C9-4CF7-BF0B-9355C45DA3CC}" type="pres">
      <dgm:prSet presAssocID="{33CB3DFA-C907-4EBD-A7A3-468CA833E6A2}" presName="linear" presStyleCnt="0">
        <dgm:presLayoutVars>
          <dgm:animLvl val="lvl"/>
          <dgm:resizeHandles val="exact"/>
        </dgm:presLayoutVars>
      </dgm:prSet>
      <dgm:spPr/>
    </dgm:pt>
    <dgm:pt modelId="{E92A8E98-8129-4074-9D5C-94D3BA348A18}" type="pres">
      <dgm:prSet presAssocID="{97103180-0EC5-4746-AC92-8B5CD090A4C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F4AC079-18DD-4F86-B224-8BEE69615440}" type="pres">
      <dgm:prSet presAssocID="{6829E8BF-C442-4B58-B7E2-BC24B62885FC}" presName="spacer" presStyleCnt="0"/>
      <dgm:spPr/>
    </dgm:pt>
    <dgm:pt modelId="{61C97454-3314-42B3-934C-BCA8739DB67B}" type="pres">
      <dgm:prSet presAssocID="{01A9CA90-24D8-4E24-AB00-B3D17D2114D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505DB69-342E-49E9-B430-50C0D4F7EE88}" type="pres">
      <dgm:prSet presAssocID="{223DB3D3-4306-4AA4-8DF2-613291CA203A}" presName="spacer" presStyleCnt="0"/>
      <dgm:spPr/>
    </dgm:pt>
    <dgm:pt modelId="{15786196-B7E9-4AAE-8C4B-3233EF90EDE5}" type="pres">
      <dgm:prSet presAssocID="{90C0572E-7669-4AD7-B78F-7A37151F171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35AAD5-F672-4A59-9924-4D0C2A4795C8}" type="pres">
      <dgm:prSet presAssocID="{6D2B2A00-0540-4AAB-869B-C2FF9C99BDBD}" presName="spacer" presStyleCnt="0"/>
      <dgm:spPr/>
    </dgm:pt>
    <dgm:pt modelId="{0B79EA5A-8AE4-4333-BFFA-D1C197D5B751}" type="pres">
      <dgm:prSet presAssocID="{7C5279A8-64E3-4ACF-9486-6A8E1D63F1E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0F197B-8F49-4AD0-9866-BC8896DD3100}" type="pres">
      <dgm:prSet presAssocID="{3E98240D-5E9F-47A0-8AA2-3A62A3D7D151}" presName="spacer" presStyleCnt="0"/>
      <dgm:spPr/>
    </dgm:pt>
    <dgm:pt modelId="{8EF94281-C6A7-49FC-AE09-8FEFA5E62C9C}" type="pres">
      <dgm:prSet presAssocID="{B7AA395D-B6EC-4630-8F4E-E3CFB7DABDB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D90D90C-17E7-47ED-BE35-6746FA2061DB}" srcId="{33CB3DFA-C907-4EBD-A7A3-468CA833E6A2}" destId="{B7AA395D-B6EC-4630-8F4E-E3CFB7DABDB4}" srcOrd="4" destOrd="0" parTransId="{EC1DD8F2-731E-4801-A1A6-9C84639F1D37}" sibTransId="{A1190529-E0CF-4300-9F8B-484C5B16F86D}"/>
    <dgm:cxn modelId="{53DF2819-AA2D-405B-873D-B9A6049443B5}" type="presOf" srcId="{B7AA395D-B6EC-4630-8F4E-E3CFB7DABDB4}" destId="{8EF94281-C6A7-49FC-AE09-8FEFA5E62C9C}" srcOrd="0" destOrd="0" presId="urn:microsoft.com/office/officeart/2005/8/layout/vList2"/>
    <dgm:cxn modelId="{CED3A722-14D7-4752-BDCF-AE4F492BB7D0}" type="presOf" srcId="{90C0572E-7669-4AD7-B78F-7A37151F1718}" destId="{15786196-B7E9-4AAE-8C4B-3233EF90EDE5}" srcOrd="0" destOrd="0" presId="urn:microsoft.com/office/officeart/2005/8/layout/vList2"/>
    <dgm:cxn modelId="{20D48C37-08C6-4383-9396-D736129220E0}" srcId="{33CB3DFA-C907-4EBD-A7A3-468CA833E6A2}" destId="{7C5279A8-64E3-4ACF-9486-6A8E1D63F1ED}" srcOrd="3" destOrd="0" parTransId="{3A560D55-C63E-43AA-B99F-4C4B76DBB571}" sibTransId="{3E98240D-5E9F-47A0-8AA2-3A62A3D7D151}"/>
    <dgm:cxn modelId="{85158F63-8F6A-4BEE-A827-C311CD6EDED9}" srcId="{33CB3DFA-C907-4EBD-A7A3-468CA833E6A2}" destId="{90C0572E-7669-4AD7-B78F-7A37151F1718}" srcOrd="2" destOrd="0" parTransId="{363D14A8-097E-4374-857E-FA9AB7440D9E}" sibTransId="{6D2B2A00-0540-4AAB-869B-C2FF9C99BDBD}"/>
    <dgm:cxn modelId="{A3550166-9871-469F-982C-71EEE80101BC}" srcId="{33CB3DFA-C907-4EBD-A7A3-468CA833E6A2}" destId="{01A9CA90-24D8-4E24-AB00-B3D17D2114DF}" srcOrd="1" destOrd="0" parTransId="{697AA94D-0F00-4F1D-B109-75EB7D653B75}" sibTransId="{223DB3D3-4306-4AA4-8DF2-613291CA203A}"/>
    <dgm:cxn modelId="{D223EE48-CC05-47E6-8130-0B31805D3F0C}" srcId="{33CB3DFA-C907-4EBD-A7A3-468CA833E6A2}" destId="{97103180-0EC5-4746-AC92-8B5CD090A4CD}" srcOrd="0" destOrd="0" parTransId="{1054E886-9D96-4102-A18F-8AEA77B440DB}" sibTransId="{6829E8BF-C442-4B58-B7E2-BC24B62885FC}"/>
    <dgm:cxn modelId="{3846976C-F674-4B0B-9E90-8286167AAC5F}" type="presOf" srcId="{33CB3DFA-C907-4EBD-A7A3-468CA833E6A2}" destId="{B7798EFD-60C9-4CF7-BF0B-9355C45DA3CC}" srcOrd="0" destOrd="0" presId="urn:microsoft.com/office/officeart/2005/8/layout/vList2"/>
    <dgm:cxn modelId="{12E50D51-1B75-4AD2-AD35-7B800CD685D0}" type="presOf" srcId="{97103180-0EC5-4746-AC92-8B5CD090A4CD}" destId="{E92A8E98-8129-4074-9D5C-94D3BA348A18}" srcOrd="0" destOrd="0" presId="urn:microsoft.com/office/officeart/2005/8/layout/vList2"/>
    <dgm:cxn modelId="{EF77A2AE-0FE3-4599-B9FB-F1A1264425AD}" type="presOf" srcId="{01A9CA90-24D8-4E24-AB00-B3D17D2114DF}" destId="{61C97454-3314-42B3-934C-BCA8739DB67B}" srcOrd="0" destOrd="0" presId="urn:microsoft.com/office/officeart/2005/8/layout/vList2"/>
    <dgm:cxn modelId="{DC2654F9-11C1-4508-AB4F-DA079803AE24}" type="presOf" srcId="{7C5279A8-64E3-4ACF-9486-6A8E1D63F1ED}" destId="{0B79EA5A-8AE4-4333-BFFA-D1C197D5B751}" srcOrd="0" destOrd="0" presId="urn:microsoft.com/office/officeart/2005/8/layout/vList2"/>
    <dgm:cxn modelId="{95A5819E-E315-4589-9A43-DEAB986272BE}" type="presParOf" srcId="{B7798EFD-60C9-4CF7-BF0B-9355C45DA3CC}" destId="{E92A8E98-8129-4074-9D5C-94D3BA348A18}" srcOrd="0" destOrd="0" presId="urn:microsoft.com/office/officeart/2005/8/layout/vList2"/>
    <dgm:cxn modelId="{8F37AA68-7432-4EC8-B90E-199410FBB1FC}" type="presParOf" srcId="{B7798EFD-60C9-4CF7-BF0B-9355C45DA3CC}" destId="{4F4AC079-18DD-4F86-B224-8BEE69615440}" srcOrd="1" destOrd="0" presId="urn:microsoft.com/office/officeart/2005/8/layout/vList2"/>
    <dgm:cxn modelId="{E89D66B9-9492-4B8C-BC6A-82778D272E55}" type="presParOf" srcId="{B7798EFD-60C9-4CF7-BF0B-9355C45DA3CC}" destId="{61C97454-3314-42B3-934C-BCA8739DB67B}" srcOrd="2" destOrd="0" presId="urn:microsoft.com/office/officeart/2005/8/layout/vList2"/>
    <dgm:cxn modelId="{5F700352-D90F-4326-B39B-F5C5DA15FA79}" type="presParOf" srcId="{B7798EFD-60C9-4CF7-BF0B-9355C45DA3CC}" destId="{6505DB69-342E-49E9-B430-50C0D4F7EE88}" srcOrd="3" destOrd="0" presId="urn:microsoft.com/office/officeart/2005/8/layout/vList2"/>
    <dgm:cxn modelId="{728AA5D1-FD02-439B-BAB4-FB2C7FBA5C6B}" type="presParOf" srcId="{B7798EFD-60C9-4CF7-BF0B-9355C45DA3CC}" destId="{15786196-B7E9-4AAE-8C4B-3233EF90EDE5}" srcOrd="4" destOrd="0" presId="urn:microsoft.com/office/officeart/2005/8/layout/vList2"/>
    <dgm:cxn modelId="{FDF9DCF5-CA06-43D8-95F7-1DF5C00C7433}" type="presParOf" srcId="{B7798EFD-60C9-4CF7-BF0B-9355C45DA3CC}" destId="{F635AAD5-F672-4A59-9924-4D0C2A4795C8}" srcOrd="5" destOrd="0" presId="urn:microsoft.com/office/officeart/2005/8/layout/vList2"/>
    <dgm:cxn modelId="{BA698D02-D0EE-4BBA-B1FA-ABD394306480}" type="presParOf" srcId="{B7798EFD-60C9-4CF7-BF0B-9355C45DA3CC}" destId="{0B79EA5A-8AE4-4333-BFFA-D1C197D5B751}" srcOrd="6" destOrd="0" presId="urn:microsoft.com/office/officeart/2005/8/layout/vList2"/>
    <dgm:cxn modelId="{AC79C018-55E4-45E5-92A2-031A23A877AB}" type="presParOf" srcId="{B7798EFD-60C9-4CF7-BF0B-9355C45DA3CC}" destId="{8F0F197B-8F49-4AD0-9866-BC8896DD3100}" srcOrd="7" destOrd="0" presId="urn:microsoft.com/office/officeart/2005/8/layout/vList2"/>
    <dgm:cxn modelId="{8DB72251-E992-4057-A827-FCB507030944}" type="presParOf" srcId="{B7798EFD-60C9-4CF7-BF0B-9355C45DA3CC}" destId="{8EF94281-C6A7-49FC-AE09-8FEFA5E62C9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610362-4131-4016-8C64-5308B59828F3}" type="doc">
      <dgm:prSet loTypeId="urn:microsoft.com/office/officeart/2005/8/layout/hierarchy2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AE1E6D-BE93-4124-83EA-F24E0E7A97C5}">
      <dgm:prSet/>
      <dgm:spPr/>
      <dgm:t>
        <a:bodyPr/>
        <a:lstStyle/>
        <a:p>
          <a:r>
            <a:rPr lang="en-US"/>
            <a:t>Model is only trained on non-anomalous inputs, anomalous inputs are saved for testing</a:t>
          </a:r>
        </a:p>
      </dgm:t>
    </dgm:pt>
    <dgm:pt modelId="{1DCEBF8B-0854-4EA3-BE2C-E05617868DCE}" type="parTrans" cxnId="{5E508CBA-7D21-43A6-B351-F532154CB1CE}">
      <dgm:prSet/>
      <dgm:spPr/>
      <dgm:t>
        <a:bodyPr/>
        <a:lstStyle/>
        <a:p>
          <a:endParaRPr lang="en-US"/>
        </a:p>
      </dgm:t>
    </dgm:pt>
    <dgm:pt modelId="{B6775EB0-3255-459A-A2A1-D6DC511E4640}" type="sibTrans" cxnId="{5E508CBA-7D21-43A6-B351-F532154CB1CE}">
      <dgm:prSet/>
      <dgm:spPr/>
      <dgm:t>
        <a:bodyPr/>
        <a:lstStyle/>
        <a:p>
          <a:endParaRPr lang="en-US"/>
        </a:p>
      </dgm:t>
    </dgm:pt>
    <dgm:pt modelId="{3B0DFD61-9101-4621-A06A-07C966D306ED}">
      <dgm:prSet/>
      <dgm:spPr/>
      <dgm:t>
        <a:bodyPr/>
        <a:lstStyle/>
        <a:p>
          <a:r>
            <a:rPr lang="en-US"/>
            <a:t>Autoencoder model is split into two portions:</a:t>
          </a:r>
        </a:p>
      </dgm:t>
    </dgm:pt>
    <dgm:pt modelId="{78B6B0FA-CBA3-4699-9D16-9AEF16B42796}" type="parTrans" cxnId="{9818A543-F0CD-452B-9188-14E7AB6F113D}">
      <dgm:prSet/>
      <dgm:spPr/>
      <dgm:t>
        <a:bodyPr/>
        <a:lstStyle/>
        <a:p>
          <a:endParaRPr lang="en-US"/>
        </a:p>
      </dgm:t>
    </dgm:pt>
    <dgm:pt modelId="{947E11AB-1819-4134-AF31-119C0D7344EB}" type="sibTrans" cxnId="{9818A543-F0CD-452B-9188-14E7AB6F113D}">
      <dgm:prSet/>
      <dgm:spPr/>
      <dgm:t>
        <a:bodyPr/>
        <a:lstStyle/>
        <a:p>
          <a:endParaRPr lang="en-US"/>
        </a:p>
      </dgm:t>
    </dgm:pt>
    <dgm:pt modelId="{E4E8AFE3-6733-4ABD-940A-29DD701C8E0D}">
      <dgm:prSet/>
      <dgm:spPr/>
      <dgm:t>
        <a:bodyPr/>
        <a:lstStyle/>
        <a:p>
          <a:r>
            <a:rPr lang="en-US"/>
            <a:t>Encoder</a:t>
          </a:r>
        </a:p>
      </dgm:t>
    </dgm:pt>
    <dgm:pt modelId="{613E4504-DC84-4D3A-9374-8FF73613FE3E}" type="parTrans" cxnId="{6320BF6F-AE34-4E14-A2FA-BE62A25C67EA}">
      <dgm:prSet/>
      <dgm:spPr/>
      <dgm:t>
        <a:bodyPr/>
        <a:lstStyle/>
        <a:p>
          <a:endParaRPr lang="en-US"/>
        </a:p>
      </dgm:t>
    </dgm:pt>
    <dgm:pt modelId="{8711D601-B5AD-443E-9FAF-1C2AE251698E}" type="sibTrans" cxnId="{6320BF6F-AE34-4E14-A2FA-BE62A25C67EA}">
      <dgm:prSet/>
      <dgm:spPr/>
      <dgm:t>
        <a:bodyPr/>
        <a:lstStyle/>
        <a:p>
          <a:endParaRPr lang="en-US"/>
        </a:p>
      </dgm:t>
    </dgm:pt>
    <dgm:pt modelId="{22DA5281-5527-491B-94E4-FB5E99DE3A42}">
      <dgm:prSet/>
      <dgm:spPr/>
      <dgm:t>
        <a:bodyPr/>
        <a:lstStyle/>
        <a:p>
          <a:r>
            <a:rPr lang="en-US"/>
            <a:t>Decoder</a:t>
          </a:r>
        </a:p>
      </dgm:t>
    </dgm:pt>
    <dgm:pt modelId="{9AD7FFB0-39A4-4604-A0D0-4F9C0CC467A8}" type="parTrans" cxnId="{E7572292-377B-42C9-BB4D-AD40B6DD7742}">
      <dgm:prSet/>
      <dgm:spPr/>
      <dgm:t>
        <a:bodyPr/>
        <a:lstStyle/>
        <a:p>
          <a:endParaRPr lang="en-US"/>
        </a:p>
      </dgm:t>
    </dgm:pt>
    <dgm:pt modelId="{32000110-FA07-4CE8-8671-5B998C979CD2}" type="sibTrans" cxnId="{E7572292-377B-42C9-BB4D-AD40B6DD7742}">
      <dgm:prSet/>
      <dgm:spPr/>
      <dgm:t>
        <a:bodyPr/>
        <a:lstStyle/>
        <a:p>
          <a:endParaRPr lang="en-US"/>
        </a:p>
      </dgm:t>
    </dgm:pt>
    <dgm:pt modelId="{FF5A198E-6A40-4CE5-9C69-CF9EEB38EAF4}">
      <dgm:prSet/>
      <dgm:spPr/>
      <dgm:t>
        <a:bodyPr/>
        <a:lstStyle/>
        <a:p>
          <a:r>
            <a:rPr lang="en-US"/>
            <a:t>Encoder compresses inputs down to base features, Decoder reconstructs image from those features</a:t>
          </a:r>
        </a:p>
      </dgm:t>
    </dgm:pt>
    <dgm:pt modelId="{B5B87575-F0C2-4F0C-BB2E-A1858263C05C}" type="parTrans" cxnId="{857F9B2A-9D8D-4560-B8B9-409E3C3DED02}">
      <dgm:prSet/>
      <dgm:spPr/>
      <dgm:t>
        <a:bodyPr/>
        <a:lstStyle/>
        <a:p>
          <a:endParaRPr lang="en-US"/>
        </a:p>
      </dgm:t>
    </dgm:pt>
    <dgm:pt modelId="{9515F963-7F6B-4794-AD78-5CD63B3B2866}" type="sibTrans" cxnId="{857F9B2A-9D8D-4560-B8B9-409E3C3DED02}">
      <dgm:prSet/>
      <dgm:spPr/>
      <dgm:t>
        <a:bodyPr/>
        <a:lstStyle/>
        <a:p>
          <a:endParaRPr lang="en-US"/>
        </a:p>
      </dgm:t>
    </dgm:pt>
    <dgm:pt modelId="{47CCADF3-D7C3-4816-A72D-EC834D7FE5B3}">
      <dgm:prSet/>
      <dgm:spPr/>
      <dgm:t>
        <a:bodyPr/>
        <a:lstStyle/>
        <a:p>
          <a:r>
            <a:rPr lang="en-US" dirty="0"/>
            <a:t>Loss is computed by the MSE between the input and output</a:t>
          </a:r>
        </a:p>
      </dgm:t>
    </dgm:pt>
    <dgm:pt modelId="{CE75BC89-6173-4DB0-AAC0-D8E3ADE6A750}" type="parTrans" cxnId="{934713E3-3CD5-4153-BDEB-F79BB4AFDA83}">
      <dgm:prSet/>
      <dgm:spPr/>
      <dgm:t>
        <a:bodyPr/>
        <a:lstStyle/>
        <a:p>
          <a:endParaRPr lang="en-US"/>
        </a:p>
      </dgm:t>
    </dgm:pt>
    <dgm:pt modelId="{959B4693-8A3D-42AC-B7F6-CB285BE2FD46}" type="sibTrans" cxnId="{934713E3-3CD5-4153-BDEB-F79BB4AFDA83}">
      <dgm:prSet/>
      <dgm:spPr/>
      <dgm:t>
        <a:bodyPr/>
        <a:lstStyle/>
        <a:p>
          <a:endParaRPr lang="en-US"/>
        </a:p>
      </dgm:t>
    </dgm:pt>
    <dgm:pt modelId="{1B0101F6-E52F-40BF-AAD2-7B6B299EB28F}">
      <dgm:prSet/>
      <dgm:spPr/>
      <dgm:t>
        <a:bodyPr/>
        <a:lstStyle/>
        <a:p>
          <a:r>
            <a:rPr lang="en-US"/>
            <a:t>Total of 2.8B MACs and 26k parameters</a:t>
          </a:r>
          <a:endParaRPr lang="en-US" dirty="0"/>
        </a:p>
      </dgm:t>
    </dgm:pt>
    <dgm:pt modelId="{F5E17206-9F15-4D4C-815B-A86EBC771CFB}" type="parTrans" cxnId="{2110B247-1BC7-4220-803D-691800B755D4}">
      <dgm:prSet/>
      <dgm:spPr/>
      <dgm:t>
        <a:bodyPr/>
        <a:lstStyle/>
        <a:p>
          <a:endParaRPr lang="en-US"/>
        </a:p>
      </dgm:t>
    </dgm:pt>
    <dgm:pt modelId="{2D40E1F6-F031-4D50-B2FF-844510DF4BE9}" type="sibTrans" cxnId="{2110B247-1BC7-4220-803D-691800B755D4}">
      <dgm:prSet/>
      <dgm:spPr/>
      <dgm:t>
        <a:bodyPr/>
        <a:lstStyle/>
        <a:p>
          <a:endParaRPr lang="en-US"/>
        </a:p>
      </dgm:t>
    </dgm:pt>
    <dgm:pt modelId="{AAC676C7-7A3C-4197-ACA4-CAF031DA06D6}" type="pres">
      <dgm:prSet presAssocID="{43610362-4131-4016-8C64-5308B59828F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7A0DA8F-9B3C-4D07-980D-52530D578A8D}" type="pres">
      <dgm:prSet presAssocID="{8AAE1E6D-BE93-4124-83EA-F24E0E7A97C5}" presName="root1" presStyleCnt="0"/>
      <dgm:spPr/>
    </dgm:pt>
    <dgm:pt modelId="{335A32D9-F7AB-4F1C-B5D6-0E0B613152A0}" type="pres">
      <dgm:prSet presAssocID="{8AAE1E6D-BE93-4124-83EA-F24E0E7A97C5}" presName="LevelOneTextNode" presStyleLbl="node0" presStyleIdx="0" presStyleCnt="5">
        <dgm:presLayoutVars>
          <dgm:chPref val="3"/>
        </dgm:presLayoutVars>
      </dgm:prSet>
      <dgm:spPr/>
    </dgm:pt>
    <dgm:pt modelId="{B08DF706-B8DE-4976-96FD-8CEAC7609B7E}" type="pres">
      <dgm:prSet presAssocID="{8AAE1E6D-BE93-4124-83EA-F24E0E7A97C5}" presName="level2hierChild" presStyleCnt="0"/>
      <dgm:spPr/>
    </dgm:pt>
    <dgm:pt modelId="{E7C43EA9-E6BE-4FC5-AC21-D5FD09EC3041}" type="pres">
      <dgm:prSet presAssocID="{3B0DFD61-9101-4621-A06A-07C966D306ED}" presName="root1" presStyleCnt="0"/>
      <dgm:spPr/>
    </dgm:pt>
    <dgm:pt modelId="{A349CE79-C3A7-41D5-9BC8-54C7BDCF9075}" type="pres">
      <dgm:prSet presAssocID="{3B0DFD61-9101-4621-A06A-07C966D306ED}" presName="LevelOneTextNode" presStyleLbl="node0" presStyleIdx="1" presStyleCnt="5">
        <dgm:presLayoutVars>
          <dgm:chPref val="3"/>
        </dgm:presLayoutVars>
      </dgm:prSet>
      <dgm:spPr/>
    </dgm:pt>
    <dgm:pt modelId="{29932B80-7ADA-4B42-BF2C-9E2AFFDF8189}" type="pres">
      <dgm:prSet presAssocID="{3B0DFD61-9101-4621-A06A-07C966D306ED}" presName="level2hierChild" presStyleCnt="0"/>
      <dgm:spPr/>
    </dgm:pt>
    <dgm:pt modelId="{33014317-A99A-47BF-95FA-F99B75114A8E}" type="pres">
      <dgm:prSet presAssocID="{613E4504-DC84-4D3A-9374-8FF73613FE3E}" presName="conn2-1" presStyleLbl="parChTrans1D2" presStyleIdx="0" presStyleCnt="2"/>
      <dgm:spPr/>
    </dgm:pt>
    <dgm:pt modelId="{9E9EFEF8-D092-4FD5-91DC-CC9C0C277E4B}" type="pres">
      <dgm:prSet presAssocID="{613E4504-DC84-4D3A-9374-8FF73613FE3E}" presName="connTx" presStyleLbl="parChTrans1D2" presStyleIdx="0" presStyleCnt="2"/>
      <dgm:spPr/>
    </dgm:pt>
    <dgm:pt modelId="{468DF2FD-44B4-4E5C-85DE-8B47F141D6F1}" type="pres">
      <dgm:prSet presAssocID="{E4E8AFE3-6733-4ABD-940A-29DD701C8E0D}" presName="root2" presStyleCnt="0"/>
      <dgm:spPr/>
    </dgm:pt>
    <dgm:pt modelId="{48AE7E1B-9980-4E15-A17A-C72519D05172}" type="pres">
      <dgm:prSet presAssocID="{E4E8AFE3-6733-4ABD-940A-29DD701C8E0D}" presName="LevelTwoTextNode" presStyleLbl="node2" presStyleIdx="0" presStyleCnt="2">
        <dgm:presLayoutVars>
          <dgm:chPref val="3"/>
        </dgm:presLayoutVars>
      </dgm:prSet>
      <dgm:spPr/>
    </dgm:pt>
    <dgm:pt modelId="{610FD06B-5862-4E3E-9155-FE4AE6A4205A}" type="pres">
      <dgm:prSet presAssocID="{E4E8AFE3-6733-4ABD-940A-29DD701C8E0D}" presName="level3hierChild" presStyleCnt="0"/>
      <dgm:spPr/>
    </dgm:pt>
    <dgm:pt modelId="{CC2E5BD0-787F-4516-9BAB-C53748A84843}" type="pres">
      <dgm:prSet presAssocID="{9AD7FFB0-39A4-4604-A0D0-4F9C0CC467A8}" presName="conn2-1" presStyleLbl="parChTrans1D2" presStyleIdx="1" presStyleCnt="2"/>
      <dgm:spPr/>
    </dgm:pt>
    <dgm:pt modelId="{E9D49636-0927-4C60-9F5B-7356990C467D}" type="pres">
      <dgm:prSet presAssocID="{9AD7FFB0-39A4-4604-A0D0-4F9C0CC467A8}" presName="connTx" presStyleLbl="parChTrans1D2" presStyleIdx="1" presStyleCnt="2"/>
      <dgm:spPr/>
    </dgm:pt>
    <dgm:pt modelId="{2E38DCEE-99B6-4913-B63B-84E0EA680420}" type="pres">
      <dgm:prSet presAssocID="{22DA5281-5527-491B-94E4-FB5E99DE3A42}" presName="root2" presStyleCnt="0"/>
      <dgm:spPr/>
    </dgm:pt>
    <dgm:pt modelId="{9905A1E8-6F17-43D2-AF13-F2124E496DBF}" type="pres">
      <dgm:prSet presAssocID="{22DA5281-5527-491B-94E4-FB5E99DE3A42}" presName="LevelTwoTextNode" presStyleLbl="node2" presStyleIdx="1" presStyleCnt="2">
        <dgm:presLayoutVars>
          <dgm:chPref val="3"/>
        </dgm:presLayoutVars>
      </dgm:prSet>
      <dgm:spPr/>
    </dgm:pt>
    <dgm:pt modelId="{A2F3EEFF-1FB4-4BE2-9EB1-AC2C5CF3252B}" type="pres">
      <dgm:prSet presAssocID="{22DA5281-5527-491B-94E4-FB5E99DE3A42}" presName="level3hierChild" presStyleCnt="0"/>
      <dgm:spPr/>
    </dgm:pt>
    <dgm:pt modelId="{ECAAEC6C-25CB-4EC1-A57D-9C8A2DBBA8E6}" type="pres">
      <dgm:prSet presAssocID="{FF5A198E-6A40-4CE5-9C69-CF9EEB38EAF4}" presName="root1" presStyleCnt="0"/>
      <dgm:spPr/>
    </dgm:pt>
    <dgm:pt modelId="{C0EEDA19-DBC6-461E-8E1A-1BA7F3A6D1FE}" type="pres">
      <dgm:prSet presAssocID="{FF5A198E-6A40-4CE5-9C69-CF9EEB38EAF4}" presName="LevelOneTextNode" presStyleLbl="node0" presStyleIdx="2" presStyleCnt="5">
        <dgm:presLayoutVars>
          <dgm:chPref val="3"/>
        </dgm:presLayoutVars>
      </dgm:prSet>
      <dgm:spPr/>
    </dgm:pt>
    <dgm:pt modelId="{1B1842DD-DB70-40F2-8508-B5218626222F}" type="pres">
      <dgm:prSet presAssocID="{FF5A198E-6A40-4CE5-9C69-CF9EEB38EAF4}" presName="level2hierChild" presStyleCnt="0"/>
      <dgm:spPr/>
    </dgm:pt>
    <dgm:pt modelId="{98230520-2D95-4A4A-8E39-D4F0A172BA9D}" type="pres">
      <dgm:prSet presAssocID="{47CCADF3-D7C3-4816-A72D-EC834D7FE5B3}" presName="root1" presStyleCnt="0"/>
      <dgm:spPr/>
    </dgm:pt>
    <dgm:pt modelId="{A02B46B3-5159-415C-B0BB-15DB90A533F9}" type="pres">
      <dgm:prSet presAssocID="{47CCADF3-D7C3-4816-A72D-EC834D7FE5B3}" presName="LevelOneTextNode" presStyleLbl="node0" presStyleIdx="3" presStyleCnt="5">
        <dgm:presLayoutVars>
          <dgm:chPref val="3"/>
        </dgm:presLayoutVars>
      </dgm:prSet>
      <dgm:spPr/>
    </dgm:pt>
    <dgm:pt modelId="{F0A2B5E5-8C5F-4A7C-89F4-7FD892263852}" type="pres">
      <dgm:prSet presAssocID="{47CCADF3-D7C3-4816-A72D-EC834D7FE5B3}" presName="level2hierChild" presStyleCnt="0"/>
      <dgm:spPr/>
    </dgm:pt>
    <dgm:pt modelId="{EED7767F-B4CC-466A-BFF2-D0C5D109BDC9}" type="pres">
      <dgm:prSet presAssocID="{1B0101F6-E52F-40BF-AAD2-7B6B299EB28F}" presName="root1" presStyleCnt="0"/>
      <dgm:spPr/>
    </dgm:pt>
    <dgm:pt modelId="{3DA128F3-079D-416F-A0C6-D2979EBF414D}" type="pres">
      <dgm:prSet presAssocID="{1B0101F6-E52F-40BF-AAD2-7B6B299EB28F}" presName="LevelOneTextNode" presStyleLbl="node0" presStyleIdx="4" presStyleCnt="5">
        <dgm:presLayoutVars>
          <dgm:chPref val="3"/>
        </dgm:presLayoutVars>
      </dgm:prSet>
      <dgm:spPr/>
    </dgm:pt>
    <dgm:pt modelId="{B6A0DEF0-0A40-4FA3-A4CB-FC22F535BB77}" type="pres">
      <dgm:prSet presAssocID="{1B0101F6-E52F-40BF-AAD2-7B6B299EB28F}" presName="level2hierChild" presStyleCnt="0"/>
      <dgm:spPr/>
    </dgm:pt>
  </dgm:ptLst>
  <dgm:cxnLst>
    <dgm:cxn modelId="{DF41610A-AE59-4C69-83B3-355838229711}" type="presOf" srcId="{613E4504-DC84-4D3A-9374-8FF73613FE3E}" destId="{9E9EFEF8-D092-4FD5-91DC-CC9C0C277E4B}" srcOrd="1" destOrd="0" presId="urn:microsoft.com/office/officeart/2005/8/layout/hierarchy2"/>
    <dgm:cxn modelId="{73971017-D5FC-4B02-B34F-CBC6BEA740BD}" type="presOf" srcId="{43610362-4131-4016-8C64-5308B59828F3}" destId="{AAC676C7-7A3C-4197-ACA4-CAF031DA06D6}" srcOrd="0" destOrd="0" presId="urn:microsoft.com/office/officeart/2005/8/layout/hierarchy2"/>
    <dgm:cxn modelId="{857F9B2A-9D8D-4560-B8B9-409E3C3DED02}" srcId="{43610362-4131-4016-8C64-5308B59828F3}" destId="{FF5A198E-6A40-4CE5-9C69-CF9EEB38EAF4}" srcOrd="2" destOrd="0" parTransId="{B5B87575-F0C2-4F0C-BB2E-A1858263C05C}" sibTransId="{9515F963-7F6B-4794-AD78-5CD63B3B2866}"/>
    <dgm:cxn modelId="{FB73FD35-26B6-4AD8-BF3E-5E66F2659CB9}" type="presOf" srcId="{47CCADF3-D7C3-4816-A72D-EC834D7FE5B3}" destId="{A02B46B3-5159-415C-B0BB-15DB90A533F9}" srcOrd="0" destOrd="0" presId="urn:microsoft.com/office/officeart/2005/8/layout/hierarchy2"/>
    <dgm:cxn modelId="{9818A543-F0CD-452B-9188-14E7AB6F113D}" srcId="{43610362-4131-4016-8C64-5308B59828F3}" destId="{3B0DFD61-9101-4621-A06A-07C966D306ED}" srcOrd="1" destOrd="0" parTransId="{78B6B0FA-CBA3-4699-9D16-9AEF16B42796}" sibTransId="{947E11AB-1819-4134-AF31-119C0D7344EB}"/>
    <dgm:cxn modelId="{05F84F64-23FB-4C73-B546-B6DA1DFE19D9}" type="presOf" srcId="{613E4504-DC84-4D3A-9374-8FF73613FE3E}" destId="{33014317-A99A-47BF-95FA-F99B75114A8E}" srcOrd="0" destOrd="0" presId="urn:microsoft.com/office/officeart/2005/8/layout/hierarchy2"/>
    <dgm:cxn modelId="{CE021B45-E14B-4306-B742-805DD62A4FB0}" type="presOf" srcId="{22DA5281-5527-491B-94E4-FB5E99DE3A42}" destId="{9905A1E8-6F17-43D2-AF13-F2124E496DBF}" srcOrd="0" destOrd="0" presId="urn:microsoft.com/office/officeart/2005/8/layout/hierarchy2"/>
    <dgm:cxn modelId="{1DA46547-3C1E-4313-814F-36174F615B02}" type="presOf" srcId="{FF5A198E-6A40-4CE5-9C69-CF9EEB38EAF4}" destId="{C0EEDA19-DBC6-461E-8E1A-1BA7F3A6D1FE}" srcOrd="0" destOrd="0" presId="urn:microsoft.com/office/officeart/2005/8/layout/hierarchy2"/>
    <dgm:cxn modelId="{2110B247-1BC7-4220-803D-691800B755D4}" srcId="{43610362-4131-4016-8C64-5308B59828F3}" destId="{1B0101F6-E52F-40BF-AAD2-7B6B299EB28F}" srcOrd="4" destOrd="0" parTransId="{F5E17206-9F15-4D4C-815B-A86EBC771CFB}" sibTransId="{2D40E1F6-F031-4D50-B2FF-844510DF4BE9}"/>
    <dgm:cxn modelId="{F968106E-93A0-47A3-A0FC-B25721C457FD}" type="presOf" srcId="{9AD7FFB0-39A4-4604-A0D0-4F9C0CC467A8}" destId="{CC2E5BD0-787F-4516-9BAB-C53748A84843}" srcOrd="0" destOrd="0" presId="urn:microsoft.com/office/officeart/2005/8/layout/hierarchy2"/>
    <dgm:cxn modelId="{8230AD4E-6897-4981-829C-7F489B7E05E7}" type="presOf" srcId="{E4E8AFE3-6733-4ABD-940A-29DD701C8E0D}" destId="{48AE7E1B-9980-4E15-A17A-C72519D05172}" srcOrd="0" destOrd="0" presId="urn:microsoft.com/office/officeart/2005/8/layout/hierarchy2"/>
    <dgm:cxn modelId="{6320BF6F-AE34-4E14-A2FA-BE62A25C67EA}" srcId="{3B0DFD61-9101-4621-A06A-07C966D306ED}" destId="{E4E8AFE3-6733-4ABD-940A-29DD701C8E0D}" srcOrd="0" destOrd="0" parTransId="{613E4504-DC84-4D3A-9374-8FF73613FE3E}" sibTransId="{8711D601-B5AD-443E-9FAF-1C2AE251698E}"/>
    <dgm:cxn modelId="{E7572292-377B-42C9-BB4D-AD40B6DD7742}" srcId="{3B0DFD61-9101-4621-A06A-07C966D306ED}" destId="{22DA5281-5527-491B-94E4-FB5E99DE3A42}" srcOrd="1" destOrd="0" parTransId="{9AD7FFB0-39A4-4604-A0D0-4F9C0CC467A8}" sibTransId="{32000110-FA07-4CE8-8671-5B998C979CD2}"/>
    <dgm:cxn modelId="{1A3AC1AC-B967-47BC-A81C-0D87E8186FA0}" type="presOf" srcId="{3B0DFD61-9101-4621-A06A-07C966D306ED}" destId="{A349CE79-C3A7-41D5-9BC8-54C7BDCF9075}" srcOrd="0" destOrd="0" presId="urn:microsoft.com/office/officeart/2005/8/layout/hierarchy2"/>
    <dgm:cxn modelId="{738694B1-8F6F-4ADB-A655-8B418B8D781B}" type="presOf" srcId="{8AAE1E6D-BE93-4124-83EA-F24E0E7A97C5}" destId="{335A32D9-F7AB-4F1C-B5D6-0E0B613152A0}" srcOrd="0" destOrd="0" presId="urn:microsoft.com/office/officeart/2005/8/layout/hierarchy2"/>
    <dgm:cxn modelId="{5E508CBA-7D21-43A6-B351-F532154CB1CE}" srcId="{43610362-4131-4016-8C64-5308B59828F3}" destId="{8AAE1E6D-BE93-4124-83EA-F24E0E7A97C5}" srcOrd="0" destOrd="0" parTransId="{1DCEBF8B-0854-4EA3-BE2C-E05617868DCE}" sibTransId="{B6775EB0-3255-459A-A2A1-D6DC511E4640}"/>
    <dgm:cxn modelId="{25D6B5DB-95C6-4760-A701-5C72D957C582}" type="presOf" srcId="{1B0101F6-E52F-40BF-AAD2-7B6B299EB28F}" destId="{3DA128F3-079D-416F-A0C6-D2979EBF414D}" srcOrd="0" destOrd="0" presId="urn:microsoft.com/office/officeart/2005/8/layout/hierarchy2"/>
    <dgm:cxn modelId="{934713E3-3CD5-4153-BDEB-F79BB4AFDA83}" srcId="{43610362-4131-4016-8C64-5308B59828F3}" destId="{47CCADF3-D7C3-4816-A72D-EC834D7FE5B3}" srcOrd="3" destOrd="0" parTransId="{CE75BC89-6173-4DB0-AAC0-D8E3ADE6A750}" sibTransId="{959B4693-8A3D-42AC-B7F6-CB285BE2FD46}"/>
    <dgm:cxn modelId="{EAEA5EF2-A650-4274-A5DD-DA74E4F0A63A}" type="presOf" srcId="{9AD7FFB0-39A4-4604-A0D0-4F9C0CC467A8}" destId="{E9D49636-0927-4C60-9F5B-7356990C467D}" srcOrd="1" destOrd="0" presId="urn:microsoft.com/office/officeart/2005/8/layout/hierarchy2"/>
    <dgm:cxn modelId="{98AED449-CC39-405A-8573-2EB4131D3E8B}" type="presParOf" srcId="{AAC676C7-7A3C-4197-ACA4-CAF031DA06D6}" destId="{17A0DA8F-9B3C-4D07-980D-52530D578A8D}" srcOrd="0" destOrd="0" presId="urn:microsoft.com/office/officeart/2005/8/layout/hierarchy2"/>
    <dgm:cxn modelId="{D4A73232-CBC9-4338-B597-BF4E46A7C4C3}" type="presParOf" srcId="{17A0DA8F-9B3C-4D07-980D-52530D578A8D}" destId="{335A32D9-F7AB-4F1C-B5D6-0E0B613152A0}" srcOrd="0" destOrd="0" presId="urn:microsoft.com/office/officeart/2005/8/layout/hierarchy2"/>
    <dgm:cxn modelId="{D3BBDE1E-012F-48AA-BAA0-78E86A45DA11}" type="presParOf" srcId="{17A0DA8F-9B3C-4D07-980D-52530D578A8D}" destId="{B08DF706-B8DE-4976-96FD-8CEAC7609B7E}" srcOrd="1" destOrd="0" presId="urn:microsoft.com/office/officeart/2005/8/layout/hierarchy2"/>
    <dgm:cxn modelId="{1BA2E16A-8D4A-40F8-9460-1B4410B0AE40}" type="presParOf" srcId="{AAC676C7-7A3C-4197-ACA4-CAF031DA06D6}" destId="{E7C43EA9-E6BE-4FC5-AC21-D5FD09EC3041}" srcOrd="1" destOrd="0" presId="urn:microsoft.com/office/officeart/2005/8/layout/hierarchy2"/>
    <dgm:cxn modelId="{8B06BCC3-520A-40CA-A973-7C00BDAA7157}" type="presParOf" srcId="{E7C43EA9-E6BE-4FC5-AC21-D5FD09EC3041}" destId="{A349CE79-C3A7-41D5-9BC8-54C7BDCF9075}" srcOrd="0" destOrd="0" presId="urn:microsoft.com/office/officeart/2005/8/layout/hierarchy2"/>
    <dgm:cxn modelId="{225CF5CD-C5A5-4771-8BFA-9BDA00D28583}" type="presParOf" srcId="{E7C43EA9-E6BE-4FC5-AC21-D5FD09EC3041}" destId="{29932B80-7ADA-4B42-BF2C-9E2AFFDF8189}" srcOrd="1" destOrd="0" presId="urn:microsoft.com/office/officeart/2005/8/layout/hierarchy2"/>
    <dgm:cxn modelId="{81C6A2A1-CF89-499E-BA3C-C8869B402ECC}" type="presParOf" srcId="{29932B80-7ADA-4B42-BF2C-9E2AFFDF8189}" destId="{33014317-A99A-47BF-95FA-F99B75114A8E}" srcOrd="0" destOrd="0" presId="urn:microsoft.com/office/officeart/2005/8/layout/hierarchy2"/>
    <dgm:cxn modelId="{40555A09-B7A4-45B3-8CD2-F094B17EDF7C}" type="presParOf" srcId="{33014317-A99A-47BF-95FA-F99B75114A8E}" destId="{9E9EFEF8-D092-4FD5-91DC-CC9C0C277E4B}" srcOrd="0" destOrd="0" presId="urn:microsoft.com/office/officeart/2005/8/layout/hierarchy2"/>
    <dgm:cxn modelId="{42421F31-786A-4A06-A39E-CC1B65EB58DA}" type="presParOf" srcId="{29932B80-7ADA-4B42-BF2C-9E2AFFDF8189}" destId="{468DF2FD-44B4-4E5C-85DE-8B47F141D6F1}" srcOrd="1" destOrd="0" presId="urn:microsoft.com/office/officeart/2005/8/layout/hierarchy2"/>
    <dgm:cxn modelId="{1B18B5A5-1412-4ACF-822F-3700A916FC21}" type="presParOf" srcId="{468DF2FD-44B4-4E5C-85DE-8B47F141D6F1}" destId="{48AE7E1B-9980-4E15-A17A-C72519D05172}" srcOrd="0" destOrd="0" presId="urn:microsoft.com/office/officeart/2005/8/layout/hierarchy2"/>
    <dgm:cxn modelId="{283AF0AA-7F46-4164-A892-C496AF52EDF8}" type="presParOf" srcId="{468DF2FD-44B4-4E5C-85DE-8B47F141D6F1}" destId="{610FD06B-5862-4E3E-9155-FE4AE6A4205A}" srcOrd="1" destOrd="0" presId="urn:microsoft.com/office/officeart/2005/8/layout/hierarchy2"/>
    <dgm:cxn modelId="{E3AE814B-F9F4-4E9B-B687-340F237B10F6}" type="presParOf" srcId="{29932B80-7ADA-4B42-BF2C-9E2AFFDF8189}" destId="{CC2E5BD0-787F-4516-9BAB-C53748A84843}" srcOrd="2" destOrd="0" presId="urn:microsoft.com/office/officeart/2005/8/layout/hierarchy2"/>
    <dgm:cxn modelId="{897DACBD-7DB6-420E-8C20-93DC449B5122}" type="presParOf" srcId="{CC2E5BD0-787F-4516-9BAB-C53748A84843}" destId="{E9D49636-0927-4C60-9F5B-7356990C467D}" srcOrd="0" destOrd="0" presId="urn:microsoft.com/office/officeart/2005/8/layout/hierarchy2"/>
    <dgm:cxn modelId="{863EDA10-27E3-4259-94C1-87BC51C3879D}" type="presParOf" srcId="{29932B80-7ADA-4B42-BF2C-9E2AFFDF8189}" destId="{2E38DCEE-99B6-4913-B63B-84E0EA680420}" srcOrd="3" destOrd="0" presId="urn:microsoft.com/office/officeart/2005/8/layout/hierarchy2"/>
    <dgm:cxn modelId="{5B106939-7DB5-4E0E-B672-D76ADE852C61}" type="presParOf" srcId="{2E38DCEE-99B6-4913-B63B-84E0EA680420}" destId="{9905A1E8-6F17-43D2-AF13-F2124E496DBF}" srcOrd="0" destOrd="0" presId="urn:microsoft.com/office/officeart/2005/8/layout/hierarchy2"/>
    <dgm:cxn modelId="{9C1697F5-33C8-4E2A-AEA7-48CE1941CB69}" type="presParOf" srcId="{2E38DCEE-99B6-4913-B63B-84E0EA680420}" destId="{A2F3EEFF-1FB4-4BE2-9EB1-AC2C5CF3252B}" srcOrd="1" destOrd="0" presId="urn:microsoft.com/office/officeart/2005/8/layout/hierarchy2"/>
    <dgm:cxn modelId="{BC8BA22E-2A12-4FED-916D-B4375A4D960C}" type="presParOf" srcId="{AAC676C7-7A3C-4197-ACA4-CAF031DA06D6}" destId="{ECAAEC6C-25CB-4EC1-A57D-9C8A2DBBA8E6}" srcOrd="2" destOrd="0" presId="urn:microsoft.com/office/officeart/2005/8/layout/hierarchy2"/>
    <dgm:cxn modelId="{57A8F712-6955-4F0F-9D8C-FDA61FB0BF10}" type="presParOf" srcId="{ECAAEC6C-25CB-4EC1-A57D-9C8A2DBBA8E6}" destId="{C0EEDA19-DBC6-461E-8E1A-1BA7F3A6D1FE}" srcOrd="0" destOrd="0" presId="urn:microsoft.com/office/officeart/2005/8/layout/hierarchy2"/>
    <dgm:cxn modelId="{18FD256C-816D-486F-8D7B-7220BC1213CF}" type="presParOf" srcId="{ECAAEC6C-25CB-4EC1-A57D-9C8A2DBBA8E6}" destId="{1B1842DD-DB70-40F2-8508-B5218626222F}" srcOrd="1" destOrd="0" presId="urn:microsoft.com/office/officeart/2005/8/layout/hierarchy2"/>
    <dgm:cxn modelId="{C5679D8B-02F3-44EC-AE83-B4173BCEE7F4}" type="presParOf" srcId="{AAC676C7-7A3C-4197-ACA4-CAF031DA06D6}" destId="{98230520-2D95-4A4A-8E39-D4F0A172BA9D}" srcOrd="3" destOrd="0" presId="urn:microsoft.com/office/officeart/2005/8/layout/hierarchy2"/>
    <dgm:cxn modelId="{25F0DD10-543E-406D-8469-A954D2028DE3}" type="presParOf" srcId="{98230520-2D95-4A4A-8E39-D4F0A172BA9D}" destId="{A02B46B3-5159-415C-B0BB-15DB90A533F9}" srcOrd="0" destOrd="0" presId="urn:microsoft.com/office/officeart/2005/8/layout/hierarchy2"/>
    <dgm:cxn modelId="{94B57A27-A061-4A57-891F-B41BF579F2C3}" type="presParOf" srcId="{98230520-2D95-4A4A-8E39-D4F0A172BA9D}" destId="{F0A2B5E5-8C5F-4A7C-89F4-7FD892263852}" srcOrd="1" destOrd="0" presId="urn:microsoft.com/office/officeart/2005/8/layout/hierarchy2"/>
    <dgm:cxn modelId="{605E28AA-9651-4577-8F00-9FD04C675730}" type="presParOf" srcId="{AAC676C7-7A3C-4197-ACA4-CAF031DA06D6}" destId="{EED7767F-B4CC-466A-BFF2-D0C5D109BDC9}" srcOrd="4" destOrd="0" presId="urn:microsoft.com/office/officeart/2005/8/layout/hierarchy2"/>
    <dgm:cxn modelId="{A6781CE7-5723-422E-8061-CD24B5A171BB}" type="presParOf" srcId="{EED7767F-B4CC-466A-BFF2-D0C5D109BDC9}" destId="{3DA128F3-079D-416F-A0C6-D2979EBF414D}" srcOrd="0" destOrd="0" presId="urn:microsoft.com/office/officeart/2005/8/layout/hierarchy2"/>
    <dgm:cxn modelId="{BAC4F145-E06E-4518-A2E2-BB53B49A19EB}" type="presParOf" srcId="{EED7767F-B4CC-466A-BFF2-D0C5D109BDC9}" destId="{B6A0DEF0-0A40-4FA3-A4CB-FC22F535BB7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8E8E28-BF73-45B0-BED0-4A9B14F2C85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2090047-7F82-483E-8824-735C1A105807}">
      <dgm:prSet/>
      <dgm:spPr/>
      <dgm:t>
        <a:bodyPr/>
        <a:lstStyle/>
        <a:p>
          <a:r>
            <a:rPr lang="en-US"/>
            <a:t>When training an Anomaly Detection model, what is “normal” can shift over time</a:t>
          </a:r>
        </a:p>
      </dgm:t>
    </dgm:pt>
    <dgm:pt modelId="{48F25B5C-3B5F-4E95-84B0-78F5FC8E0047}" type="parTrans" cxnId="{2EF0A1D9-5074-4D52-8ECC-D447282D5F31}">
      <dgm:prSet/>
      <dgm:spPr/>
      <dgm:t>
        <a:bodyPr/>
        <a:lstStyle/>
        <a:p>
          <a:endParaRPr lang="en-US"/>
        </a:p>
      </dgm:t>
    </dgm:pt>
    <dgm:pt modelId="{35B23A2A-5E5D-4C7E-87DE-365D876F4CE9}" type="sibTrans" cxnId="{2EF0A1D9-5074-4D52-8ECC-D447282D5F31}">
      <dgm:prSet/>
      <dgm:spPr/>
      <dgm:t>
        <a:bodyPr/>
        <a:lstStyle/>
        <a:p>
          <a:endParaRPr lang="en-US"/>
        </a:p>
      </dgm:t>
    </dgm:pt>
    <dgm:pt modelId="{A17A8892-A76F-4640-B94A-1A1A790F1791}">
      <dgm:prSet/>
      <dgm:spPr/>
      <dgm:t>
        <a:bodyPr/>
        <a:lstStyle/>
        <a:p>
          <a:r>
            <a:rPr lang="en-US"/>
            <a:t>Diversity of categories can also change what the model sees as normal</a:t>
          </a:r>
        </a:p>
      </dgm:t>
    </dgm:pt>
    <dgm:pt modelId="{92FC7D6F-13EF-4114-9B8E-DC0A984C1810}" type="parTrans" cxnId="{DB990453-F233-4BE5-93F5-1E3442D1FB81}">
      <dgm:prSet/>
      <dgm:spPr/>
      <dgm:t>
        <a:bodyPr/>
        <a:lstStyle/>
        <a:p>
          <a:endParaRPr lang="en-US"/>
        </a:p>
      </dgm:t>
    </dgm:pt>
    <dgm:pt modelId="{968C6DB7-459E-4BB5-ABF9-44833135AAE7}" type="sibTrans" cxnId="{DB990453-F233-4BE5-93F5-1E3442D1FB81}">
      <dgm:prSet/>
      <dgm:spPr/>
      <dgm:t>
        <a:bodyPr/>
        <a:lstStyle/>
        <a:p>
          <a:endParaRPr lang="en-US"/>
        </a:p>
      </dgm:t>
    </dgm:pt>
    <dgm:pt modelId="{B1476D06-92FC-4918-97F4-EF55DBFF81FC}">
      <dgm:prSet/>
      <dgm:spPr/>
      <dgm:t>
        <a:bodyPr/>
        <a:lstStyle/>
        <a:p>
          <a:r>
            <a:rPr lang="en-US"/>
            <a:t>When trained on new non-anomalous data, the equally non-anomalous old data will be forgotten </a:t>
          </a:r>
        </a:p>
      </dgm:t>
    </dgm:pt>
    <dgm:pt modelId="{A3B62F67-A2C2-4FD1-8485-66270B3816B3}" type="parTrans" cxnId="{32BE46D4-D64B-4911-BA76-F30162C2BBA2}">
      <dgm:prSet/>
      <dgm:spPr/>
      <dgm:t>
        <a:bodyPr/>
        <a:lstStyle/>
        <a:p>
          <a:endParaRPr lang="en-US"/>
        </a:p>
      </dgm:t>
    </dgm:pt>
    <dgm:pt modelId="{35952C76-0C59-46C7-8168-1B6D07A6D34E}" type="sibTrans" cxnId="{32BE46D4-D64B-4911-BA76-F30162C2BBA2}">
      <dgm:prSet/>
      <dgm:spPr/>
      <dgm:t>
        <a:bodyPr/>
        <a:lstStyle/>
        <a:p>
          <a:endParaRPr lang="en-US"/>
        </a:p>
      </dgm:t>
    </dgm:pt>
    <dgm:pt modelId="{3DA22775-12C2-4CBF-A2F2-5B1793817ECB}" type="pres">
      <dgm:prSet presAssocID="{668E8E28-BF73-45B0-BED0-4A9B14F2C8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F2D3BD-4C65-4AF0-BAA8-4EBD63FB7367}" type="pres">
      <dgm:prSet presAssocID="{02090047-7F82-483E-8824-735C1A105807}" presName="hierRoot1" presStyleCnt="0"/>
      <dgm:spPr/>
    </dgm:pt>
    <dgm:pt modelId="{2892C432-BF15-48B6-B547-56C4581DB220}" type="pres">
      <dgm:prSet presAssocID="{02090047-7F82-483E-8824-735C1A105807}" presName="composite" presStyleCnt="0"/>
      <dgm:spPr/>
    </dgm:pt>
    <dgm:pt modelId="{1A8366EF-457E-4DD9-AF4C-58C204C76515}" type="pres">
      <dgm:prSet presAssocID="{02090047-7F82-483E-8824-735C1A105807}" presName="background" presStyleLbl="node0" presStyleIdx="0" presStyleCnt="3"/>
      <dgm:spPr/>
    </dgm:pt>
    <dgm:pt modelId="{01817F62-EF65-4016-989E-93C550CC831A}" type="pres">
      <dgm:prSet presAssocID="{02090047-7F82-483E-8824-735C1A105807}" presName="text" presStyleLbl="fgAcc0" presStyleIdx="0" presStyleCnt="3">
        <dgm:presLayoutVars>
          <dgm:chPref val="3"/>
        </dgm:presLayoutVars>
      </dgm:prSet>
      <dgm:spPr/>
    </dgm:pt>
    <dgm:pt modelId="{085C2465-8A1E-4944-85AA-299CACA4D9F7}" type="pres">
      <dgm:prSet presAssocID="{02090047-7F82-483E-8824-735C1A105807}" presName="hierChild2" presStyleCnt="0"/>
      <dgm:spPr/>
    </dgm:pt>
    <dgm:pt modelId="{7D1141CC-DB58-4D10-B430-A1FF30E79BB5}" type="pres">
      <dgm:prSet presAssocID="{A17A8892-A76F-4640-B94A-1A1A790F1791}" presName="hierRoot1" presStyleCnt="0"/>
      <dgm:spPr/>
    </dgm:pt>
    <dgm:pt modelId="{C2540F61-9F18-4E41-B9F9-EDE351BC916E}" type="pres">
      <dgm:prSet presAssocID="{A17A8892-A76F-4640-B94A-1A1A790F1791}" presName="composite" presStyleCnt="0"/>
      <dgm:spPr/>
    </dgm:pt>
    <dgm:pt modelId="{DA101FF0-5066-4978-8FF3-92C46C9B5E5A}" type="pres">
      <dgm:prSet presAssocID="{A17A8892-A76F-4640-B94A-1A1A790F1791}" presName="background" presStyleLbl="node0" presStyleIdx="1" presStyleCnt="3"/>
      <dgm:spPr/>
    </dgm:pt>
    <dgm:pt modelId="{554A9B38-BFCA-4AF6-9C10-23E9EFAB6A7C}" type="pres">
      <dgm:prSet presAssocID="{A17A8892-A76F-4640-B94A-1A1A790F1791}" presName="text" presStyleLbl="fgAcc0" presStyleIdx="1" presStyleCnt="3">
        <dgm:presLayoutVars>
          <dgm:chPref val="3"/>
        </dgm:presLayoutVars>
      </dgm:prSet>
      <dgm:spPr/>
    </dgm:pt>
    <dgm:pt modelId="{CD377643-0D4D-44D7-87A7-6C309314632B}" type="pres">
      <dgm:prSet presAssocID="{A17A8892-A76F-4640-B94A-1A1A790F1791}" presName="hierChild2" presStyleCnt="0"/>
      <dgm:spPr/>
    </dgm:pt>
    <dgm:pt modelId="{1E1B80AB-957C-465D-8245-863B60EA69CF}" type="pres">
      <dgm:prSet presAssocID="{B1476D06-92FC-4918-97F4-EF55DBFF81FC}" presName="hierRoot1" presStyleCnt="0"/>
      <dgm:spPr/>
    </dgm:pt>
    <dgm:pt modelId="{7631CA25-6A88-4FD5-9612-212D79892344}" type="pres">
      <dgm:prSet presAssocID="{B1476D06-92FC-4918-97F4-EF55DBFF81FC}" presName="composite" presStyleCnt="0"/>
      <dgm:spPr/>
    </dgm:pt>
    <dgm:pt modelId="{0AEC4BAB-1DEB-40BA-881D-0B7073B5D232}" type="pres">
      <dgm:prSet presAssocID="{B1476D06-92FC-4918-97F4-EF55DBFF81FC}" presName="background" presStyleLbl="node0" presStyleIdx="2" presStyleCnt="3"/>
      <dgm:spPr/>
    </dgm:pt>
    <dgm:pt modelId="{5A3B86EA-5773-499B-9734-7AF483703A54}" type="pres">
      <dgm:prSet presAssocID="{B1476D06-92FC-4918-97F4-EF55DBFF81FC}" presName="text" presStyleLbl="fgAcc0" presStyleIdx="2" presStyleCnt="3">
        <dgm:presLayoutVars>
          <dgm:chPref val="3"/>
        </dgm:presLayoutVars>
      </dgm:prSet>
      <dgm:spPr/>
    </dgm:pt>
    <dgm:pt modelId="{97BFBF95-80F2-4098-9B8B-45F0938DBA48}" type="pres">
      <dgm:prSet presAssocID="{B1476D06-92FC-4918-97F4-EF55DBFF81FC}" presName="hierChild2" presStyleCnt="0"/>
      <dgm:spPr/>
    </dgm:pt>
  </dgm:ptLst>
  <dgm:cxnLst>
    <dgm:cxn modelId="{A8610963-1D0D-4974-A9F2-58954FDA498C}" type="presOf" srcId="{02090047-7F82-483E-8824-735C1A105807}" destId="{01817F62-EF65-4016-989E-93C550CC831A}" srcOrd="0" destOrd="0" presId="urn:microsoft.com/office/officeart/2005/8/layout/hierarchy1"/>
    <dgm:cxn modelId="{DB990453-F233-4BE5-93F5-1E3442D1FB81}" srcId="{668E8E28-BF73-45B0-BED0-4A9B14F2C857}" destId="{A17A8892-A76F-4640-B94A-1A1A790F1791}" srcOrd="1" destOrd="0" parTransId="{92FC7D6F-13EF-4114-9B8E-DC0A984C1810}" sibTransId="{968C6DB7-459E-4BB5-ABF9-44833135AAE7}"/>
    <dgm:cxn modelId="{F648D490-74E7-4B87-8B52-4F9DA7621097}" type="presOf" srcId="{B1476D06-92FC-4918-97F4-EF55DBFF81FC}" destId="{5A3B86EA-5773-499B-9734-7AF483703A54}" srcOrd="0" destOrd="0" presId="urn:microsoft.com/office/officeart/2005/8/layout/hierarchy1"/>
    <dgm:cxn modelId="{32BE46D4-D64B-4911-BA76-F30162C2BBA2}" srcId="{668E8E28-BF73-45B0-BED0-4A9B14F2C857}" destId="{B1476D06-92FC-4918-97F4-EF55DBFF81FC}" srcOrd="2" destOrd="0" parTransId="{A3B62F67-A2C2-4FD1-8485-66270B3816B3}" sibTransId="{35952C76-0C59-46C7-8168-1B6D07A6D34E}"/>
    <dgm:cxn modelId="{A973B6D8-9C1B-4A55-B8B9-918BF3583A26}" type="presOf" srcId="{A17A8892-A76F-4640-B94A-1A1A790F1791}" destId="{554A9B38-BFCA-4AF6-9C10-23E9EFAB6A7C}" srcOrd="0" destOrd="0" presId="urn:microsoft.com/office/officeart/2005/8/layout/hierarchy1"/>
    <dgm:cxn modelId="{2EF0A1D9-5074-4D52-8ECC-D447282D5F31}" srcId="{668E8E28-BF73-45B0-BED0-4A9B14F2C857}" destId="{02090047-7F82-483E-8824-735C1A105807}" srcOrd="0" destOrd="0" parTransId="{48F25B5C-3B5F-4E95-84B0-78F5FC8E0047}" sibTransId="{35B23A2A-5E5D-4C7E-87DE-365D876F4CE9}"/>
    <dgm:cxn modelId="{9CC89CF0-D6CA-480B-9390-521200FABF3C}" type="presOf" srcId="{668E8E28-BF73-45B0-BED0-4A9B14F2C857}" destId="{3DA22775-12C2-4CBF-A2F2-5B1793817ECB}" srcOrd="0" destOrd="0" presId="urn:microsoft.com/office/officeart/2005/8/layout/hierarchy1"/>
    <dgm:cxn modelId="{934D3887-2FA1-4663-BF19-7CEBFED06362}" type="presParOf" srcId="{3DA22775-12C2-4CBF-A2F2-5B1793817ECB}" destId="{D6F2D3BD-4C65-4AF0-BAA8-4EBD63FB7367}" srcOrd="0" destOrd="0" presId="urn:microsoft.com/office/officeart/2005/8/layout/hierarchy1"/>
    <dgm:cxn modelId="{429A60B1-241B-4703-BAAA-72D55EDE3FBD}" type="presParOf" srcId="{D6F2D3BD-4C65-4AF0-BAA8-4EBD63FB7367}" destId="{2892C432-BF15-48B6-B547-56C4581DB220}" srcOrd="0" destOrd="0" presId="urn:microsoft.com/office/officeart/2005/8/layout/hierarchy1"/>
    <dgm:cxn modelId="{139B8F56-3B74-4653-B733-E18E58C5B27F}" type="presParOf" srcId="{2892C432-BF15-48B6-B547-56C4581DB220}" destId="{1A8366EF-457E-4DD9-AF4C-58C204C76515}" srcOrd="0" destOrd="0" presId="urn:microsoft.com/office/officeart/2005/8/layout/hierarchy1"/>
    <dgm:cxn modelId="{EDF4A32B-A78C-46D0-B556-5CB29C382726}" type="presParOf" srcId="{2892C432-BF15-48B6-B547-56C4581DB220}" destId="{01817F62-EF65-4016-989E-93C550CC831A}" srcOrd="1" destOrd="0" presId="urn:microsoft.com/office/officeart/2005/8/layout/hierarchy1"/>
    <dgm:cxn modelId="{74A4F494-A245-4638-93D0-60BF3FE0D98D}" type="presParOf" srcId="{D6F2D3BD-4C65-4AF0-BAA8-4EBD63FB7367}" destId="{085C2465-8A1E-4944-85AA-299CACA4D9F7}" srcOrd="1" destOrd="0" presId="urn:microsoft.com/office/officeart/2005/8/layout/hierarchy1"/>
    <dgm:cxn modelId="{96633A04-35D7-471C-B948-5823D22D56A2}" type="presParOf" srcId="{3DA22775-12C2-4CBF-A2F2-5B1793817ECB}" destId="{7D1141CC-DB58-4D10-B430-A1FF30E79BB5}" srcOrd="1" destOrd="0" presId="urn:microsoft.com/office/officeart/2005/8/layout/hierarchy1"/>
    <dgm:cxn modelId="{E3CF2524-E634-4241-B3DE-ABFB306F8573}" type="presParOf" srcId="{7D1141CC-DB58-4D10-B430-A1FF30E79BB5}" destId="{C2540F61-9F18-4E41-B9F9-EDE351BC916E}" srcOrd="0" destOrd="0" presId="urn:microsoft.com/office/officeart/2005/8/layout/hierarchy1"/>
    <dgm:cxn modelId="{00105F2F-4079-4126-868F-FCDFE831F225}" type="presParOf" srcId="{C2540F61-9F18-4E41-B9F9-EDE351BC916E}" destId="{DA101FF0-5066-4978-8FF3-92C46C9B5E5A}" srcOrd="0" destOrd="0" presId="urn:microsoft.com/office/officeart/2005/8/layout/hierarchy1"/>
    <dgm:cxn modelId="{D7A562ED-E359-4907-97FC-7CCFAD49B1C8}" type="presParOf" srcId="{C2540F61-9F18-4E41-B9F9-EDE351BC916E}" destId="{554A9B38-BFCA-4AF6-9C10-23E9EFAB6A7C}" srcOrd="1" destOrd="0" presId="urn:microsoft.com/office/officeart/2005/8/layout/hierarchy1"/>
    <dgm:cxn modelId="{66B9AE62-5AF1-492B-A892-6EFCED68D5A8}" type="presParOf" srcId="{7D1141CC-DB58-4D10-B430-A1FF30E79BB5}" destId="{CD377643-0D4D-44D7-87A7-6C309314632B}" srcOrd="1" destOrd="0" presId="urn:microsoft.com/office/officeart/2005/8/layout/hierarchy1"/>
    <dgm:cxn modelId="{7441C8CC-ADE8-42F4-8560-B05336514E87}" type="presParOf" srcId="{3DA22775-12C2-4CBF-A2F2-5B1793817ECB}" destId="{1E1B80AB-957C-465D-8245-863B60EA69CF}" srcOrd="2" destOrd="0" presId="urn:microsoft.com/office/officeart/2005/8/layout/hierarchy1"/>
    <dgm:cxn modelId="{599E16D1-7189-442C-A0DE-604A5CA14238}" type="presParOf" srcId="{1E1B80AB-957C-465D-8245-863B60EA69CF}" destId="{7631CA25-6A88-4FD5-9612-212D79892344}" srcOrd="0" destOrd="0" presId="urn:microsoft.com/office/officeart/2005/8/layout/hierarchy1"/>
    <dgm:cxn modelId="{E6E44479-085C-45EE-A64F-3046AC22714F}" type="presParOf" srcId="{7631CA25-6A88-4FD5-9612-212D79892344}" destId="{0AEC4BAB-1DEB-40BA-881D-0B7073B5D232}" srcOrd="0" destOrd="0" presId="urn:microsoft.com/office/officeart/2005/8/layout/hierarchy1"/>
    <dgm:cxn modelId="{75882A5F-8ED5-4462-A42E-1BD711C3B3F8}" type="presParOf" srcId="{7631CA25-6A88-4FD5-9612-212D79892344}" destId="{5A3B86EA-5773-499B-9734-7AF483703A54}" srcOrd="1" destOrd="0" presId="urn:microsoft.com/office/officeart/2005/8/layout/hierarchy1"/>
    <dgm:cxn modelId="{61F03E7B-2163-479B-82B2-004A06ED9F19}" type="presParOf" srcId="{1E1B80AB-957C-465D-8245-863B60EA69CF}" destId="{97BFBF95-80F2-4098-9B8B-45F0938DBA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9C36BD-F558-4D28-9A2C-1B7A1EFAC5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08503AE-10A2-42B4-8B0A-F4A86D893E6A}">
      <dgm:prSet/>
      <dgm:spPr/>
      <dgm:t>
        <a:bodyPr/>
        <a:lstStyle/>
        <a:p>
          <a:r>
            <a:rPr lang="en-US"/>
            <a:t>Stores encoded versions (latents) of old data that can be used during training</a:t>
          </a:r>
        </a:p>
      </dgm:t>
    </dgm:pt>
    <dgm:pt modelId="{18BB14E3-4EE3-44C5-9DCB-F711EB78B3CE}" type="parTrans" cxnId="{F0AC4C46-6FB0-4C5C-875A-7937AED98A04}">
      <dgm:prSet/>
      <dgm:spPr/>
      <dgm:t>
        <a:bodyPr/>
        <a:lstStyle/>
        <a:p>
          <a:endParaRPr lang="en-US"/>
        </a:p>
      </dgm:t>
    </dgm:pt>
    <dgm:pt modelId="{6AA5E5F0-AB2A-4164-A926-ED7F8C23DC2E}" type="sibTrans" cxnId="{F0AC4C46-6FB0-4C5C-875A-7937AED98A04}">
      <dgm:prSet/>
      <dgm:spPr/>
      <dgm:t>
        <a:bodyPr/>
        <a:lstStyle/>
        <a:p>
          <a:endParaRPr lang="en-US"/>
        </a:p>
      </dgm:t>
    </dgm:pt>
    <dgm:pt modelId="{2D3E40BF-B3A3-4322-87FF-89955E35BA8D}">
      <dgm:prSet/>
      <dgm:spPr/>
      <dgm:t>
        <a:bodyPr/>
        <a:lstStyle/>
        <a:p>
          <a:r>
            <a:rPr lang="en-US"/>
            <a:t>Latents save memory compared to saving raw images</a:t>
          </a:r>
        </a:p>
      </dgm:t>
    </dgm:pt>
    <dgm:pt modelId="{A81B4204-1AEC-4E8C-95B5-4AD1FF7A5CC8}" type="parTrans" cxnId="{1F8F3BDD-4F29-445A-A063-F02705233172}">
      <dgm:prSet/>
      <dgm:spPr/>
      <dgm:t>
        <a:bodyPr/>
        <a:lstStyle/>
        <a:p>
          <a:endParaRPr lang="en-US"/>
        </a:p>
      </dgm:t>
    </dgm:pt>
    <dgm:pt modelId="{1627A67D-24F4-4057-B752-B9BF9D3B3A88}" type="sibTrans" cxnId="{1F8F3BDD-4F29-445A-A063-F02705233172}">
      <dgm:prSet/>
      <dgm:spPr/>
      <dgm:t>
        <a:bodyPr/>
        <a:lstStyle/>
        <a:p>
          <a:endParaRPr lang="en-US"/>
        </a:p>
      </dgm:t>
    </dgm:pt>
    <dgm:pt modelId="{D8F964C3-6A42-44DA-9B9E-6CCEC93F4DAA}">
      <dgm:prSet/>
      <dgm:spPr/>
      <dgm:t>
        <a:bodyPr/>
        <a:lstStyle/>
        <a:p>
          <a:r>
            <a:rPr lang="en-US" dirty="0"/>
            <a:t>Latents are automatically created and saved after initial training through encoder</a:t>
          </a:r>
        </a:p>
      </dgm:t>
    </dgm:pt>
    <dgm:pt modelId="{3F5E078E-AF5C-4195-9A10-88A34A3D4715}" type="parTrans" cxnId="{04B20791-A6D7-4D1F-95A0-23F781ADBEB1}">
      <dgm:prSet/>
      <dgm:spPr/>
      <dgm:t>
        <a:bodyPr/>
        <a:lstStyle/>
        <a:p>
          <a:endParaRPr lang="en-US"/>
        </a:p>
      </dgm:t>
    </dgm:pt>
    <dgm:pt modelId="{70AA4AC3-8234-45DD-BB1E-14C0F54437F3}" type="sibTrans" cxnId="{04B20791-A6D7-4D1F-95A0-23F781ADBEB1}">
      <dgm:prSet/>
      <dgm:spPr/>
      <dgm:t>
        <a:bodyPr/>
        <a:lstStyle/>
        <a:p>
          <a:endParaRPr lang="en-US"/>
        </a:p>
      </dgm:t>
    </dgm:pt>
    <dgm:pt modelId="{67BC1E7F-5714-48D1-9563-433A1DD0C466}">
      <dgm:prSet/>
      <dgm:spPr/>
      <dgm:t>
        <a:bodyPr/>
        <a:lstStyle/>
        <a:p>
          <a:r>
            <a:rPr lang="en-US"/>
            <a:t>For future training, loss on latents is computed by compared output of old, frozen decoder with new decoder</a:t>
          </a:r>
        </a:p>
      </dgm:t>
    </dgm:pt>
    <dgm:pt modelId="{BC7F6E79-2D5E-4302-A919-43DC165659D1}" type="parTrans" cxnId="{FD71C9BD-8265-45D6-8CF4-7ACF5C47047C}">
      <dgm:prSet/>
      <dgm:spPr/>
      <dgm:t>
        <a:bodyPr/>
        <a:lstStyle/>
        <a:p>
          <a:endParaRPr lang="en-US"/>
        </a:p>
      </dgm:t>
    </dgm:pt>
    <dgm:pt modelId="{BFF4A827-FECC-447C-89DC-CE9183186E96}" type="sibTrans" cxnId="{FD71C9BD-8265-45D6-8CF4-7ACF5C47047C}">
      <dgm:prSet/>
      <dgm:spPr/>
      <dgm:t>
        <a:bodyPr/>
        <a:lstStyle/>
        <a:p>
          <a:endParaRPr lang="en-US"/>
        </a:p>
      </dgm:t>
    </dgm:pt>
    <dgm:pt modelId="{3C3B52DF-71F3-4C1C-B403-C6BBE67BDDC1}">
      <dgm:prSet/>
      <dgm:spPr/>
      <dgm:t>
        <a:bodyPr/>
        <a:lstStyle/>
        <a:p>
          <a:r>
            <a:rPr lang="en-US"/>
            <a:t>“Resolution” of latents is determined with initial training; meaning encoder for the latents is essentially frozen</a:t>
          </a:r>
        </a:p>
      </dgm:t>
    </dgm:pt>
    <dgm:pt modelId="{2CF75736-ABDE-47E7-8C3B-0B0B4A03A463}" type="parTrans" cxnId="{B16CEA6E-6FB9-4117-9B9F-E9FF52F766AE}">
      <dgm:prSet/>
      <dgm:spPr/>
      <dgm:t>
        <a:bodyPr/>
        <a:lstStyle/>
        <a:p>
          <a:endParaRPr lang="en-US"/>
        </a:p>
      </dgm:t>
    </dgm:pt>
    <dgm:pt modelId="{E83476D6-2D08-4193-8B8F-6A8B27F29E13}" type="sibTrans" cxnId="{B16CEA6E-6FB9-4117-9B9F-E9FF52F766AE}">
      <dgm:prSet/>
      <dgm:spPr/>
      <dgm:t>
        <a:bodyPr/>
        <a:lstStyle/>
        <a:p>
          <a:endParaRPr lang="en-US"/>
        </a:p>
      </dgm:t>
    </dgm:pt>
    <dgm:pt modelId="{0FF39E4D-624C-4FA5-B5C2-B92EDB061449}" type="pres">
      <dgm:prSet presAssocID="{879C36BD-F558-4D28-9A2C-1B7A1EFAC5FD}" presName="root" presStyleCnt="0">
        <dgm:presLayoutVars>
          <dgm:dir/>
          <dgm:resizeHandles val="exact"/>
        </dgm:presLayoutVars>
      </dgm:prSet>
      <dgm:spPr/>
    </dgm:pt>
    <dgm:pt modelId="{2F77024C-363A-477B-B5C6-396AC496A5F2}" type="pres">
      <dgm:prSet presAssocID="{108503AE-10A2-42B4-8B0A-F4A86D893E6A}" presName="compNode" presStyleCnt="0"/>
      <dgm:spPr/>
    </dgm:pt>
    <dgm:pt modelId="{9E6A948E-5210-4089-8FE0-3E4226B9B89A}" type="pres">
      <dgm:prSet presAssocID="{108503AE-10A2-42B4-8B0A-F4A86D893E6A}" presName="bgRect" presStyleLbl="bgShp" presStyleIdx="0" presStyleCnt="5"/>
      <dgm:spPr/>
    </dgm:pt>
    <dgm:pt modelId="{E22D2CE4-F0A0-4787-A07C-5B29CEE5AE62}" type="pres">
      <dgm:prSet presAssocID="{108503AE-10A2-42B4-8B0A-F4A86D893E6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59A8F1F-A0C0-4BD1-B8F3-93A2FCE9A96B}" type="pres">
      <dgm:prSet presAssocID="{108503AE-10A2-42B4-8B0A-F4A86D893E6A}" presName="spaceRect" presStyleCnt="0"/>
      <dgm:spPr/>
    </dgm:pt>
    <dgm:pt modelId="{2A8DFEE3-554D-4B06-B01E-2616E0785E8B}" type="pres">
      <dgm:prSet presAssocID="{108503AE-10A2-42B4-8B0A-F4A86D893E6A}" presName="parTx" presStyleLbl="revTx" presStyleIdx="0" presStyleCnt="5">
        <dgm:presLayoutVars>
          <dgm:chMax val="0"/>
          <dgm:chPref val="0"/>
        </dgm:presLayoutVars>
      </dgm:prSet>
      <dgm:spPr/>
    </dgm:pt>
    <dgm:pt modelId="{F2718E31-0D2B-4D0D-B4CC-B714AB8BE19E}" type="pres">
      <dgm:prSet presAssocID="{6AA5E5F0-AB2A-4164-A926-ED7F8C23DC2E}" presName="sibTrans" presStyleCnt="0"/>
      <dgm:spPr/>
    </dgm:pt>
    <dgm:pt modelId="{9898B94E-5264-41AF-995D-ACFD33501300}" type="pres">
      <dgm:prSet presAssocID="{2D3E40BF-B3A3-4322-87FF-89955E35BA8D}" presName="compNode" presStyleCnt="0"/>
      <dgm:spPr/>
    </dgm:pt>
    <dgm:pt modelId="{81992F9A-C2F5-4130-BBA9-0F18CA3067AB}" type="pres">
      <dgm:prSet presAssocID="{2D3E40BF-B3A3-4322-87FF-89955E35BA8D}" presName="bgRect" presStyleLbl="bgShp" presStyleIdx="1" presStyleCnt="5"/>
      <dgm:spPr/>
    </dgm:pt>
    <dgm:pt modelId="{1BE0C7C4-1807-4CE2-AC9B-5307C95B68AB}" type="pres">
      <dgm:prSet presAssocID="{2D3E40BF-B3A3-4322-87FF-89955E35BA8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94B14CEB-AD59-441B-9496-AD7D3A76ED69}" type="pres">
      <dgm:prSet presAssocID="{2D3E40BF-B3A3-4322-87FF-89955E35BA8D}" presName="spaceRect" presStyleCnt="0"/>
      <dgm:spPr/>
    </dgm:pt>
    <dgm:pt modelId="{3A7D6D61-283A-4946-8844-E1BDF28476BF}" type="pres">
      <dgm:prSet presAssocID="{2D3E40BF-B3A3-4322-87FF-89955E35BA8D}" presName="parTx" presStyleLbl="revTx" presStyleIdx="1" presStyleCnt="5">
        <dgm:presLayoutVars>
          <dgm:chMax val="0"/>
          <dgm:chPref val="0"/>
        </dgm:presLayoutVars>
      </dgm:prSet>
      <dgm:spPr/>
    </dgm:pt>
    <dgm:pt modelId="{B0D33AFC-22EF-475F-9C5C-FE3000D918D1}" type="pres">
      <dgm:prSet presAssocID="{1627A67D-24F4-4057-B752-B9BF9D3B3A88}" presName="sibTrans" presStyleCnt="0"/>
      <dgm:spPr/>
    </dgm:pt>
    <dgm:pt modelId="{87BAA357-5760-48CD-941B-62C54C2620E5}" type="pres">
      <dgm:prSet presAssocID="{D8F964C3-6A42-44DA-9B9E-6CCEC93F4DAA}" presName="compNode" presStyleCnt="0"/>
      <dgm:spPr/>
    </dgm:pt>
    <dgm:pt modelId="{1155F4BB-50D4-4D61-9DE9-E0E237DDECF7}" type="pres">
      <dgm:prSet presAssocID="{D8F964C3-6A42-44DA-9B9E-6CCEC93F4DAA}" presName="bgRect" presStyleLbl="bgShp" presStyleIdx="2" presStyleCnt="5"/>
      <dgm:spPr/>
    </dgm:pt>
    <dgm:pt modelId="{7ADBFB51-384A-4D09-ABA4-729065D08D5D}" type="pres">
      <dgm:prSet presAssocID="{D8F964C3-6A42-44DA-9B9E-6CCEC93F4DA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674E6888-D63A-4A91-A6BA-59681ACF4354}" type="pres">
      <dgm:prSet presAssocID="{D8F964C3-6A42-44DA-9B9E-6CCEC93F4DAA}" presName="spaceRect" presStyleCnt="0"/>
      <dgm:spPr/>
    </dgm:pt>
    <dgm:pt modelId="{6D9DF6B4-D810-434A-82B5-0D3D00BF6335}" type="pres">
      <dgm:prSet presAssocID="{D8F964C3-6A42-44DA-9B9E-6CCEC93F4DAA}" presName="parTx" presStyleLbl="revTx" presStyleIdx="2" presStyleCnt="5">
        <dgm:presLayoutVars>
          <dgm:chMax val="0"/>
          <dgm:chPref val="0"/>
        </dgm:presLayoutVars>
      </dgm:prSet>
      <dgm:spPr/>
    </dgm:pt>
    <dgm:pt modelId="{485A6AEA-5FF9-4BC8-997B-5C4D19E7ECFE}" type="pres">
      <dgm:prSet presAssocID="{70AA4AC3-8234-45DD-BB1E-14C0F54437F3}" presName="sibTrans" presStyleCnt="0"/>
      <dgm:spPr/>
    </dgm:pt>
    <dgm:pt modelId="{84C2823A-1794-4B9B-B173-D4D4E68C1614}" type="pres">
      <dgm:prSet presAssocID="{67BC1E7F-5714-48D1-9563-433A1DD0C466}" presName="compNode" presStyleCnt="0"/>
      <dgm:spPr/>
    </dgm:pt>
    <dgm:pt modelId="{35D761DD-0872-40A9-BE11-6C3C42361709}" type="pres">
      <dgm:prSet presAssocID="{67BC1E7F-5714-48D1-9563-433A1DD0C466}" presName="bgRect" presStyleLbl="bgShp" presStyleIdx="3" presStyleCnt="5"/>
      <dgm:spPr/>
    </dgm:pt>
    <dgm:pt modelId="{71F12A45-82F5-4A7D-9817-0312E778076B}" type="pres">
      <dgm:prSet presAssocID="{67BC1E7F-5714-48D1-9563-433A1DD0C46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B5B38C6-62C1-48CB-A1BB-607C1B0C1DFB}" type="pres">
      <dgm:prSet presAssocID="{67BC1E7F-5714-48D1-9563-433A1DD0C466}" presName="spaceRect" presStyleCnt="0"/>
      <dgm:spPr/>
    </dgm:pt>
    <dgm:pt modelId="{44793EC1-48CD-4040-AE03-9CE93875D895}" type="pres">
      <dgm:prSet presAssocID="{67BC1E7F-5714-48D1-9563-433A1DD0C466}" presName="parTx" presStyleLbl="revTx" presStyleIdx="3" presStyleCnt="5">
        <dgm:presLayoutVars>
          <dgm:chMax val="0"/>
          <dgm:chPref val="0"/>
        </dgm:presLayoutVars>
      </dgm:prSet>
      <dgm:spPr/>
    </dgm:pt>
    <dgm:pt modelId="{3A420D87-125F-45FB-B580-CA30A3B65638}" type="pres">
      <dgm:prSet presAssocID="{BFF4A827-FECC-447C-89DC-CE9183186E96}" presName="sibTrans" presStyleCnt="0"/>
      <dgm:spPr/>
    </dgm:pt>
    <dgm:pt modelId="{9A7F496D-81FB-4B86-ABCE-44CFD8080436}" type="pres">
      <dgm:prSet presAssocID="{3C3B52DF-71F3-4C1C-B403-C6BBE67BDDC1}" presName="compNode" presStyleCnt="0"/>
      <dgm:spPr/>
    </dgm:pt>
    <dgm:pt modelId="{7AFD1EC5-4931-416A-91CE-E0DDBC289D0C}" type="pres">
      <dgm:prSet presAssocID="{3C3B52DF-71F3-4C1C-B403-C6BBE67BDDC1}" presName="bgRect" presStyleLbl="bgShp" presStyleIdx="4" presStyleCnt="5"/>
      <dgm:spPr/>
    </dgm:pt>
    <dgm:pt modelId="{FCC059B7-9CEB-4219-B8AE-07AD7F63FB49}" type="pres">
      <dgm:prSet presAssocID="{3C3B52DF-71F3-4C1C-B403-C6BBE67BDDC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0FBD3DD9-9A28-4D95-906C-8681C9DE7C50}" type="pres">
      <dgm:prSet presAssocID="{3C3B52DF-71F3-4C1C-B403-C6BBE67BDDC1}" presName="spaceRect" presStyleCnt="0"/>
      <dgm:spPr/>
    </dgm:pt>
    <dgm:pt modelId="{D575846C-F847-471C-B16E-5CB44E46F766}" type="pres">
      <dgm:prSet presAssocID="{3C3B52DF-71F3-4C1C-B403-C6BBE67BDDC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AD4E806-1241-4502-95B0-06F8D5FF1E22}" type="presOf" srcId="{3C3B52DF-71F3-4C1C-B403-C6BBE67BDDC1}" destId="{D575846C-F847-471C-B16E-5CB44E46F766}" srcOrd="0" destOrd="0" presId="urn:microsoft.com/office/officeart/2018/2/layout/IconVerticalSolidList"/>
    <dgm:cxn modelId="{92D84715-E3A6-456D-9A12-C33BF30B3770}" type="presOf" srcId="{67BC1E7F-5714-48D1-9563-433A1DD0C466}" destId="{44793EC1-48CD-4040-AE03-9CE93875D895}" srcOrd="0" destOrd="0" presId="urn:microsoft.com/office/officeart/2018/2/layout/IconVerticalSolidList"/>
    <dgm:cxn modelId="{A8C18724-E9B2-4A2D-9F61-D3441F6F39A8}" type="presOf" srcId="{D8F964C3-6A42-44DA-9B9E-6CCEC93F4DAA}" destId="{6D9DF6B4-D810-434A-82B5-0D3D00BF6335}" srcOrd="0" destOrd="0" presId="urn:microsoft.com/office/officeart/2018/2/layout/IconVerticalSolidList"/>
    <dgm:cxn modelId="{2F097F33-12B7-4653-994A-1174E4BBC975}" type="presOf" srcId="{879C36BD-F558-4D28-9A2C-1B7A1EFAC5FD}" destId="{0FF39E4D-624C-4FA5-B5C2-B92EDB061449}" srcOrd="0" destOrd="0" presId="urn:microsoft.com/office/officeart/2018/2/layout/IconVerticalSolidList"/>
    <dgm:cxn modelId="{D9193865-B1B6-4DF9-8A06-8796AC69915C}" type="presOf" srcId="{108503AE-10A2-42B4-8B0A-F4A86D893E6A}" destId="{2A8DFEE3-554D-4B06-B01E-2616E0785E8B}" srcOrd="0" destOrd="0" presId="urn:microsoft.com/office/officeart/2018/2/layout/IconVerticalSolidList"/>
    <dgm:cxn modelId="{F0AC4C46-6FB0-4C5C-875A-7937AED98A04}" srcId="{879C36BD-F558-4D28-9A2C-1B7A1EFAC5FD}" destId="{108503AE-10A2-42B4-8B0A-F4A86D893E6A}" srcOrd="0" destOrd="0" parTransId="{18BB14E3-4EE3-44C5-9DCB-F711EB78B3CE}" sibTransId="{6AA5E5F0-AB2A-4164-A926-ED7F8C23DC2E}"/>
    <dgm:cxn modelId="{B16CEA6E-6FB9-4117-9B9F-E9FF52F766AE}" srcId="{879C36BD-F558-4D28-9A2C-1B7A1EFAC5FD}" destId="{3C3B52DF-71F3-4C1C-B403-C6BBE67BDDC1}" srcOrd="4" destOrd="0" parTransId="{2CF75736-ABDE-47E7-8C3B-0B0B4A03A463}" sibTransId="{E83476D6-2D08-4193-8B8F-6A8B27F29E13}"/>
    <dgm:cxn modelId="{3740997E-5770-42F1-AD13-0CF5FB617B6B}" type="presOf" srcId="{2D3E40BF-B3A3-4322-87FF-89955E35BA8D}" destId="{3A7D6D61-283A-4946-8844-E1BDF28476BF}" srcOrd="0" destOrd="0" presId="urn:microsoft.com/office/officeart/2018/2/layout/IconVerticalSolidList"/>
    <dgm:cxn modelId="{04B20791-A6D7-4D1F-95A0-23F781ADBEB1}" srcId="{879C36BD-F558-4D28-9A2C-1B7A1EFAC5FD}" destId="{D8F964C3-6A42-44DA-9B9E-6CCEC93F4DAA}" srcOrd="2" destOrd="0" parTransId="{3F5E078E-AF5C-4195-9A10-88A34A3D4715}" sibTransId="{70AA4AC3-8234-45DD-BB1E-14C0F54437F3}"/>
    <dgm:cxn modelId="{FD71C9BD-8265-45D6-8CF4-7ACF5C47047C}" srcId="{879C36BD-F558-4D28-9A2C-1B7A1EFAC5FD}" destId="{67BC1E7F-5714-48D1-9563-433A1DD0C466}" srcOrd="3" destOrd="0" parTransId="{BC7F6E79-2D5E-4302-A919-43DC165659D1}" sibTransId="{BFF4A827-FECC-447C-89DC-CE9183186E96}"/>
    <dgm:cxn modelId="{1F8F3BDD-4F29-445A-A063-F02705233172}" srcId="{879C36BD-F558-4D28-9A2C-1B7A1EFAC5FD}" destId="{2D3E40BF-B3A3-4322-87FF-89955E35BA8D}" srcOrd="1" destOrd="0" parTransId="{A81B4204-1AEC-4E8C-95B5-4AD1FF7A5CC8}" sibTransId="{1627A67D-24F4-4057-B752-B9BF9D3B3A88}"/>
    <dgm:cxn modelId="{C6A1BC45-D24B-408B-A1C4-EDA938A0A746}" type="presParOf" srcId="{0FF39E4D-624C-4FA5-B5C2-B92EDB061449}" destId="{2F77024C-363A-477B-B5C6-396AC496A5F2}" srcOrd="0" destOrd="0" presId="urn:microsoft.com/office/officeart/2018/2/layout/IconVerticalSolidList"/>
    <dgm:cxn modelId="{8A681550-64A4-4FCE-B521-E8792B6503D7}" type="presParOf" srcId="{2F77024C-363A-477B-B5C6-396AC496A5F2}" destId="{9E6A948E-5210-4089-8FE0-3E4226B9B89A}" srcOrd="0" destOrd="0" presId="urn:microsoft.com/office/officeart/2018/2/layout/IconVerticalSolidList"/>
    <dgm:cxn modelId="{29B7A978-E419-49F5-A3F2-8560538BBA78}" type="presParOf" srcId="{2F77024C-363A-477B-B5C6-396AC496A5F2}" destId="{E22D2CE4-F0A0-4787-A07C-5B29CEE5AE62}" srcOrd="1" destOrd="0" presId="urn:microsoft.com/office/officeart/2018/2/layout/IconVerticalSolidList"/>
    <dgm:cxn modelId="{E47E0C17-74C8-439B-AAF1-CE3DF332B477}" type="presParOf" srcId="{2F77024C-363A-477B-B5C6-396AC496A5F2}" destId="{259A8F1F-A0C0-4BD1-B8F3-93A2FCE9A96B}" srcOrd="2" destOrd="0" presId="urn:microsoft.com/office/officeart/2018/2/layout/IconVerticalSolidList"/>
    <dgm:cxn modelId="{EF9CD32B-A974-4B82-B541-744FE7391673}" type="presParOf" srcId="{2F77024C-363A-477B-B5C6-396AC496A5F2}" destId="{2A8DFEE3-554D-4B06-B01E-2616E0785E8B}" srcOrd="3" destOrd="0" presId="urn:microsoft.com/office/officeart/2018/2/layout/IconVerticalSolidList"/>
    <dgm:cxn modelId="{9B8F546D-042B-4A7F-B946-4BC8BC8C7B92}" type="presParOf" srcId="{0FF39E4D-624C-4FA5-B5C2-B92EDB061449}" destId="{F2718E31-0D2B-4D0D-B4CC-B714AB8BE19E}" srcOrd="1" destOrd="0" presId="urn:microsoft.com/office/officeart/2018/2/layout/IconVerticalSolidList"/>
    <dgm:cxn modelId="{88586343-3E8B-429C-8E1E-5A9F1954CA86}" type="presParOf" srcId="{0FF39E4D-624C-4FA5-B5C2-B92EDB061449}" destId="{9898B94E-5264-41AF-995D-ACFD33501300}" srcOrd="2" destOrd="0" presId="urn:microsoft.com/office/officeart/2018/2/layout/IconVerticalSolidList"/>
    <dgm:cxn modelId="{F56D3B9C-5349-4BAD-86BB-AA061D21C25E}" type="presParOf" srcId="{9898B94E-5264-41AF-995D-ACFD33501300}" destId="{81992F9A-C2F5-4130-BBA9-0F18CA3067AB}" srcOrd="0" destOrd="0" presId="urn:microsoft.com/office/officeart/2018/2/layout/IconVerticalSolidList"/>
    <dgm:cxn modelId="{AAA1C32A-0C8B-4948-BC96-9CFA538CDFEA}" type="presParOf" srcId="{9898B94E-5264-41AF-995D-ACFD33501300}" destId="{1BE0C7C4-1807-4CE2-AC9B-5307C95B68AB}" srcOrd="1" destOrd="0" presId="urn:microsoft.com/office/officeart/2018/2/layout/IconVerticalSolidList"/>
    <dgm:cxn modelId="{6745A6B0-B8D9-4BEC-A4F6-2BB72B043F63}" type="presParOf" srcId="{9898B94E-5264-41AF-995D-ACFD33501300}" destId="{94B14CEB-AD59-441B-9496-AD7D3A76ED69}" srcOrd="2" destOrd="0" presId="urn:microsoft.com/office/officeart/2018/2/layout/IconVerticalSolidList"/>
    <dgm:cxn modelId="{D8CC7637-87E8-449F-AB69-4012A72C03C4}" type="presParOf" srcId="{9898B94E-5264-41AF-995D-ACFD33501300}" destId="{3A7D6D61-283A-4946-8844-E1BDF28476BF}" srcOrd="3" destOrd="0" presId="urn:microsoft.com/office/officeart/2018/2/layout/IconVerticalSolidList"/>
    <dgm:cxn modelId="{5E59415E-9057-4AB1-A363-7B3781CF3563}" type="presParOf" srcId="{0FF39E4D-624C-4FA5-B5C2-B92EDB061449}" destId="{B0D33AFC-22EF-475F-9C5C-FE3000D918D1}" srcOrd="3" destOrd="0" presId="urn:microsoft.com/office/officeart/2018/2/layout/IconVerticalSolidList"/>
    <dgm:cxn modelId="{265F7C1F-FE53-4122-A5BF-1BC400205CC5}" type="presParOf" srcId="{0FF39E4D-624C-4FA5-B5C2-B92EDB061449}" destId="{87BAA357-5760-48CD-941B-62C54C2620E5}" srcOrd="4" destOrd="0" presId="urn:microsoft.com/office/officeart/2018/2/layout/IconVerticalSolidList"/>
    <dgm:cxn modelId="{3C1DCB0D-B870-4704-B5C3-2576B03ABD35}" type="presParOf" srcId="{87BAA357-5760-48CD-941B-62C54C2620E5}" destId="{1155F4BB-50D4-4D61-9DE9-E0E237DDECF7}" srcOrd="0" destOrd="0" presId="urn:microsoft.com/office/officeart/2018/2/layout/IconVerticalSolidList"/>
    <dgm:cxn modelId="{E00C0A24-30B7-475A-B3E6-784B7D4AE231}" type="presParOf" srcId="{87BAA357-5760-48CD-941B-62C54C2620E5}" destId="{7ADBFB51-384A-4D09-ABA4-729065D08D5D}" srcOrd="1" destOrd="0" presId="urn:microsoft.com/office/officeart/2018/2/layout/IconVerticalSolidList"/>
    <dgm:cxn modelId="{3E13ADE5-AB94-46FC-BA15-307DC4AABAB2}" type="presParOf" srcId="{87BAA357-5760-48CD-941B-62C54C2620E5}" destId="{674E6888-D63A-4A91-A6BA-59681ACF4354}" srcOrd="2" destOrd="0" presId="urn:microsoft.com/office/officeart/2018/2/layout/IconVerticalSolidList"/>
    <dgm:cxn modelId="{BFFABFF2-C69D-4BA4-9648-45F0A06347BE}" type="presParOf" srcId="{87BAA357-5760-48CD-941B-62C54C2620E5}" destId="{6D9DF6B4-D810-434A-82B5-0D3D00BF6335}" srcOrd="3" destOrd="0" presId="urn:microsoft.com/office/officeart/2018/2/layout/IconVerticalSolidList"/>
    <dgm:cxn modelId="{0E437596-3025-48E7-9BEB-09DC93A5D1A0}" type="presParOf" srcId="{0FF39E4D-624C-4FA5-B5C2-B92EDB061449}" destId="{485A6AEA-5FF9-4BC8-997B-5C4D19E7ECFE}" srcOrd="5" destOrd="0" presId="urn:microsoft.com/office/officeart/2018/2/layout/IconVerticalSolidList"/>
    <dgm:cxn modelId="{F5EB3D52-7257-422C-9866-6D2A3F72D552}" type="presParOf" srcId="{0FF39E4D-624C-4FA5-B5C2-B92EDB061449}" destId="{84C2823A-1794-4B9B-B173-D4D4E68C1614}" srcOrd="6" destOrd="0" presId="urn:microsoft.com/office/officeart/2018/2/layout/IconVerticalSolidList"/>
    <dgm:cxn modelId="{7D254A48-DF7A-40B7-9014-A4D8A35AA9AE}" type="presParOf" srcId="{84C2823A-1794-4B9B-B173-D4D4E68C1614}" destId="{35D761DD-0872-40A9-BE11-6C3C42361709}" srcOrd="0" destOrd="0" presId="urn:microsoft.com/office/officeart/2018/2/layout/IconVerticalSolidList"/>
    <dgm:cxn modelId="{495109DC-B313-47D6-95FC-1A057166B257}" type="presParOf" srcId="{84C2823A-1794-4B9B-B173-D4D4E68C1614}" destId="{71F12A45-82F5-4A7D-9817-0312E778076B}" srcOrd="1" destOrd="0" presId="urn:microsoft.com/office/officeart/2018/2/layout/IconVerticalSolidList"/>
    <dgm:cxn modelId="{4AB3A395-4146-4E2B-A071-1C19B3D75CA5}" type="presParOf" srcId="{84C2823A-1794-4B9B-B173-D4D4E68C1614}" destId="{8B5B38C6-62C1-48CB-A1BB-607C1B0C1DFB}" srcOrd="2" destOrd="0" presId="urn:microsoft.com/office/officeart/2018/2/layout/IconVerticalSolidList"/>
    <dgm:cxn modelId="{B9A97C57-A3B4-4252-88D1-BE389E76DD52}" type="presParOf" srcId="{84C2823A-1794-4B9B-B173-D4D4E68C1614}" destId="{44793EC1-48CD-4040-AE03-9CE93875D895}" srcOrd="3" destOrd="0" presId="urn:microsoft.com/office/officeart/2018/2/layout/IconVerticalSolidList"/>
    <dgm:cxn modelId="{6D2CE0F0-09C5-4159-B1DB-334152ADDD5A}" type="presParOf" srcId="{0FF39E4D-624C-4FA5-B5C2-B92EDB061449}" destId="{3A420D87-125F-45FB-B580-CA30A3B65638}" srcOrd="7" destOrd="0" presId="urn:microsoft.com/office/officeart/2018/2/layout/IconVerticalSolidList"/>
    <dgm:cxn modelId="{09982134-D52D-40EE-B4E5-C80D2296E5CA}" type="presParOf" srcId="{0FF39E4D-624C-4FA5-B5C2-B92EDB061449}" destId="{9A7F496D-81FB-4B86-ABCE-44CFD8080436}" srcOrd="8" destOrd="0" presId="urn:microsoft.com/office/officeart/2018/2/layout/IconVerticalSolidList"/>
    <dgm:cxn modelId="{CAC9A106-0D3A-4ECF-A9D5-0ABAB8E7C023}" type="presParOf" srcId="{9A7F496D-81FB-4B86-ABCE-44CFD8080436}" destId="{7AFD1EC5-4931-416A-91CE-E0DDBC289D0C}" srcOrd="0" destOrd="0" presId="urn:microsoft.com/office/officeart/2018/2/layout/IconVerticalSolidList"/>
    <dgm:cxn modelId="{390A5406-2BC6-482C-93BA-18E4CC93E378}" type="presParOf" srcId="{9A7F496D-81FB-4B86-ABCE-44CFD8080436}" destId="{FCC059B7-9CEB-4219-B8AE-07AD7F63FB49}" srcOrd="1" destOrd="0" presId="urn:microsoft.com/office/officeart/2018/2/layout/IconVerticalSolidList"/>
    <dgm:cxn modelId="{7F3EB3C5-2B74-4121-B8A4-A8C110F21CBC}" type="presParOf" srcId="{9A7F496D-81FB-4B86-ABCE-44CFD8080436}" destId="{0FBD3DD9-9A28-4D95-906C-8681C9DE7C50}" srcOrd="2" destOrd="0" presId="urn:microsoft.com/office/officeart/2018/2/layout/IconVerticalSolidList"/>
    <dgm:cxn modelId="{70D458F9-6FFB-4C33-8274-16F76223BE0E}" type="presParOf" srcId="{9A7F496D-81FB-4B86-ABCE-44CFD8080436}" destId="{D575846C-F847-471C-B16E-5CB44E46F7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176F67-4346-456E-BB41-50C1A05E303C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2D4F3C-D0C0-4842-AD46-33F5904E2AB9}">
      <dgm:prSet/>
      <dgm:spPr/>
      <dgm:t>
        <a:bodyPr/>
        <a:lstStyle/>
        <a:p>
          <a:r>
            <a:rPr lang="en-US"/>
            <a:t>Train first category normally; low number of epochs to avoid overfitting the encoder to a single category</a:t>
          </a:r>
        </a:p>
      </dgm:t>
    </dgm:pt>
    <dgm:pt modelId="{50DAAD46-7F73-4010-BCA4-0F4A01BCE9A7}" type="parTrans" cxnId="{F320E329-BD28-481F-BFBB-6ABDBBC2DE07}">
      <dgm:prSet/>
      <dgm:spPr/>
      <dgm:t>
        <a:bodyPr/>
        <a:lstStyle/>
        <a:p>
          <a:endParaRPr lang="en-US"/>
        </a:p>
      </dgm:t>
    </dgm:pt>
    <dgm:pt modelId="{89B3E1CB-FEC8-45DB-A84A-ECF2E94797A3}" type="sibTrans" cxnId="{F320E329-BD28-481F-BFBB-6ABDBBC2DE07}">
      <dgm:prSet/>
      <dgm:spPr/>
      <dgm:t>
        <a:bodyPr/>
        <a:lstStyle/>
        <a:p>
          <a:endParaRPr lang="en-US"/>
        </a:p>
      </dgm:t>
    </dgm:pt>
    <dgm:pt modelId="{06553B97-A421-42AA-B466-02878AD0CBC0}">
      <dgm:prSet/>
      <dgm:spPr/>
      <dgm:t>
        <a:bodyPr/>
        <a:lstStyle/>
        <a:p>
          <a:r>
            <a:rPr lang="en-US"/>
            <a:t>Freeze the encoder; this ensures that the feature map does not drift between categories</a:t>
          </a:r>
        </a:p>
      </dgm:t>
    </dgm:pt>
    <dgm:pt modelId="{88B0C516-1A62-48D4-B47A-39DF1F80D817}" type="parTrans" cxnId="{4EA234C3-9641-4193-89F2-9818A448E6F0}">
      <dgm:prSet/>
      <dgm:spPr/>
      <dgm:t>
        <a:bodyPr/>
        <a:lstStyle/>
        <a:p>
          <a:endParaRPr lang="en-US"/>
        </a:p>
      </dgm:t>
    </dgm:pt>
    <dgm:pt modelId="{433D3813-40A7-4175-A150-0FC0B0EDC8B1}" type="sibTrans" cxnId="{4EA234C3-9641-4193-89F2-9818A448E6F0}">
      <dgm:prSet/>
      <dgm:spPr/>
      <dgm:t>
        <a:bodyPr/>
        <a:lstStyle/>
        <a:p>
          <a:endParaRPr lang="en-US"/>
        </a:p>
      </dgm:t>
    </dgm:pt>
    <dgm:pt modelId="{C2DF1268-C41B-462C-8EA8-8A74157E593C}">
      <dgm:prSet/>
      <dgm:spPr/>
      <dgm:t>
        <a:bodyPr/>
        <a:lstStyle/>
        <a:p>
          <a:r>
            <a:rPr lang="en-US"/>
            <a:t>At higher epochs we then train subsequent categories </a:t>
          </a:r>
        </a:p>
      </dgm:t>
    </dgm:pt>
    <dgm:pt modelId="{E0B80C53-9FA2-4152-878D-3D39C42C02A8}" type="parTrans" cxnId="{EA27AD8D-1ED1-4CB2-A704-F1D676E8EE39}">
      <dgm:prSet/>
      <dgm:spPr/>
      <dgm:t>
        <a:bodyPr/>
        <a:lstStyle/>
        <a:p>
          <a:endParaRPr lang="en-US"/>
        </a:p>
      </dgm:t>
    </dgm:pt>
    <dgm:pt modelId="{97B904CB-30B0-45FA-A675-2AB2042AAB87}" type="sibTrans" cxnId="{EA27AD8D-1ED1-4CB2-A704-F1D676E8EE39}">
      <dgm:prSet/>
      <dgm:spPr/>
      <dgm:t>
        <a:bodyPr/>
        <a:lstStyle/>
        <a:p>
          <a:endParaRPr lang="en-US"/>
        </a:p>
      </dgm:t>
    </dgm:pt>
    <dgm:pt modelId="{36253F26-8E14-4164-ABB6-DA9F41F76530}">
      <dgm:prSet/>
      <dgm:spPr/>
      <dgm:t>
        <a:bodyPr/>
        <a:lstStyle/>
        <a:p>
          <a:r>
            <a:rPr lang="en-US"/>
            <a:t>These categories are trained at the same time the model is being retrained on the old latents</a:t>
          </a:r>
        </a:p>
      </dgm:t>
    </dgm:pt>
    <dgm:pt modelId="{9B7418BE-C57C-4B82-A9A7-CD689ADC8243}" type="parTrans" cxnId="{F1A56B88-4AD2-4B68-84A9-0BC34F9C4D9D}">
      <dgm:prSet/>
      <dgm:spPr/>
      <dgm:t>
        <a:bodyPr/>
        <a:lstStyle/>
        <a:p>
          <a:endParaRPr lang="en-US"/>
        </a:p>
      </dgm:t>
    </dgm:pt>
    <dgm:pt modelId="{5FD76B36-C0A0-4EA8-B6E8-30D1F2BEF3AF}" type="sibTrans" cxnId="{F1A56B88-4AD2-4B68-84A9-0BC34F9C4D9D}">
      <dgm:prSet/>
      <dgm:spPr/>
      <dgm:t>
        <a:bodyPr/>
        <a:lstStyle/>
        <a:p>
          <a:endParaRPr lang="en-US"/>
        </a:p>
      </dgm:t>
    </dgm:pt>
    <dgm:pt modelId="{619AB763-3701-4510-BE2B-C4936752C869}" type="pres">
      <dgm:prSet presAssocID="{D3176F67-4346-456E-BB41-50C1A05E303C}" presName="matrix" presStyleCnt="0">
        <dgm:presLayoutVars>
          <dgm:chMax val="1"/>
          <dgm:dir/>
          <dgm:resizeHandles val="exact"/>
        </dgm:presLayoutVars>
      </dgm:prSet>
      <dgm:spPr/>
    </dgm:pt>
    <dgm:pt modelId="{CBF83C86-898E-46EA-B6C3-C95FC8E45CA4}" type="pres">
      <dgm:prSet presAssocID="{D3176F67-4346-456E-BB41-50C1A05E303C}" presName="diamond" presStyleLbl="bgShp" presStyleIdx="0" presStyleCnt="1"/>
      <dgm:spPr/>
    </dgm:pt>
    <dgm:pt modelId="{3FC2A9F9-2B09-445A-A71B-25E1FD0C1E3C}" type="pres">
      <dgm:prSet presAssocID="{D3176F67-4346-456E-BB41-50C1A05E303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2FBDF44-2BF8-402B-AD9B-D5CD622F106C}" type="pres">
      <dgm:prSet presAssocID="{D3176F67-4346-456E-BB41-50C1A05E303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E17DFE9-1119-40CD-AD0C-1B3F3F71D5F1}" type="pres">
      <dgm:prSet presAssocID="{D3176F67-4346-456E-BB41-50C1A05E303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A35338E-C7D5-421B-82E6-FC15E8189212}" type="pres">
      <dgm:prSet presAssocID="{D3176F67-4346-456E-BB41-50C1A05E303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9F9FC0C-FC38-426E-8169-E6139E6CC0E7}" type="presOf" srcId="{032D4F3C-D0C0-4842-AD46-33F5904E2AB9}" destId="{3FC2A9F9-2B09-445A-A71B-25E1FD0C1E3C}" srcOrd="0" destOrd="0" presId="urn:microsoft.com/office/officeart/2005/8/layout/matrix3"/>
    <dgm:cxn modelId="{F320E329-BD28-481F-BFBB-6ABDBBC2DE07}" srcId="{D3176F67-4346-456E-BB41-50C1A05E303C}" destId="{032D4F3C-D0C0-4842-AD46-33F5904E2AB9}" srcOrd="0" destOrd="0" parTransId="{50DAAD46-7F73-4010-BCA4-0F4A01BCE9A7}" sibTransId="{89B3E1CB-FEC8-45DB-A84A-ECF2E94797A3}"/>
    <dgm:cxn modelId="{39E5B24A-6B2F-484B-91E9-2363B5C46F68}" type="presOf" srcId="{36253F26-8E14-4164-ABB6-DA9F41F76530}" destId="{9A35338E-C7D5-421B-82E6-FC15E8189212}" srcOrd="0" destOrd="0" presId="urn:microsoft.com/office/officeart/2005/8/layout/matrix3"/>
    <dgm:cxn modelId="{F1A56B88-4AD2-4B68-84A9-0BC34F9C4D9D}" srcId="{D3176F67-4346-456E-BB41-50C1A05E303C}" destId="{36253F26-8E14-4164-ABB6-DA9F41F76530}" srcOrd="3" destOrd="0" parTransId="{9B7418BE-C57C-4B82-A9A7-CD689ADC8243}" sibTransId="{5FD76B36-C0A0-4EA8-B6E8-30D1F2BEF3AF}"/>
    <dgm:cxn modelId="{EA27AD8D-1ED1-4CB2-A704-F1D676E8EE39}" srcId="{D3176F67-4346-456E-BB41-50C1A05E303C}" destId="{C2DF1268-C41B-462C-8EA8-8A74157E593C}" srcOrd="2" destOrd="0" parTransId="{E0B80C53-9FA2-4152-878D-3D39C42C02A8}" sibTransId="{97B904CB-30B0-45FA-A675-2AB2042AAB87}"/>
    <dgm:cxn modelId="{A98C2B9B-CDA1-413D-994C-EC638347BD49}" type="presOf" srcId="{D3176F67-4346-456E-BB41-50C1A05E303C}" destId="{619AB763-3701-4510-BE2B-C4936752C869}" srcOrd="0" destOrd="0" presId="urn:microsoft.com/office/officeart/2005/8/layout/matrix3"/>
    <dgm:cxn modelId="{3B9679C0-B222-4DD5-A9B8-6231A390BC5E}" type="presOf" srcId="{06553B97-A421-42AA-B466-02878AD0CBC0}" destId="{D2FBDF44-2BF8-402B-AD9B-D5CD622F106C}" srcOrd="0" destOrd="0" presId="urn:microsoft.com/office/officeart/2005/8/layout/matrix3"/>
    <dgm:cxn modelId="{4EA234C3-9641-4193-89F2-9818A448E6F0}" srcId="{D3176F67-4346-456E-BB41-50C1A05E303C}" destId="{06553B97-A421-42AA-B466-02878AD0CBC0}" srcOrd="1" destOrd="0" parTransId="{88B0C516-1A62-48D4-B47A-39DF1F80D817}" sibTransId="{433D3813-40A7-4175-A150-0FC0B0EDC8B1}"/>
    <dgm:cxn modelId="{DDADF6E3-1E7A-4DA0-8550-7DED007D3A8E}" type="presOf" srcId="{C2DF1268-C41B-462C-8EA8-8A74157E593C}" destId="{AE17DFE9-1119-40CD-AD0C-1B3F3F71D5F1}" srcOrd="0" destOrd="0" presId="urn:microsoft.com/office/officeart/2005/8/layout/matrix3"/>
    <dgm:cxn modelId="{DC127232-BCCE-4B9E-B95A-AA73D19EB3F0}" type="presParOf" srcId="{619AB763-3701-4510-BE2B-C4936752C869}" destId="{CBF83C86-898E-46EA-B6C3-C95FC8E45CA4}" srcOrd="0" destOrd="0" presId="urn:microsoft.com/office/officeart/2005/8/layout/matrix3"/>
    <dgm:cxn modelId="{44455181-5E04-4880-9FC1-3959FAB448B6}" type="presParOf" srcId="{619AB763-3701-4510-BE2B-C4936752C869}" destId="{3FC2A9F9-2B09-445A-A71B-25E1FD0C1E3C}" srcOrd="1" destOrd="0" presId="urn:microsoft.com/office/officeart/2005/8/layout/matrix3"/>
    <dgm:cxn modelId="{A97D6A6A-B614-4C3C-A376-BA02A1595A59}" type="presParOf" srcId="{619AB763-3701-4510-BE2B-C4936752C869}" destId="{D2FBDF44-2BF8-402B-AD9B-D5CD622F106C}" srcOrd="2" destOrd="0" presId="urn:microsoft.com/office/officeart/2005/8/layout/matrix3"/>
    <dgm:cxn modelId="{58647165-B131-4B7F-9049-459AB92948BF}" type="presParOf" srcId="{619AB763-3701-4510-BE2B-C4936752C869}" destId="{AE17DFE9-1119-40CD-AD0C-1B3F3F71D5F1}" srcOrd="3" destOrd="0" presId="urn:microsoft.com/office/officeart/2005/8/layout/matrix3"/>
    <dgm:cxn modelId="{97C8D0A1-5BE1-4C44-82F9-ABBF5ECD2A35}" type="presParOf" srcId="{619AB763-3701-4510-BE2B-C4936752C869}" destId="{9A35338E-C7D5-421B-82E6-FC15E818921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37EA2CF-D411-4B99-B34D-BAAD53A8C42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17386ED-5360-44B2-ADF3-6A90E4AA1901}">
      <dgm:prSet/>
      <dgm:spPr/>
      <dgm:t>
        <a:bodyPr/>
        <a:lstStyle/>
        <a:p>
          <a:r>
            <a:rPr lang="en-US"/>
            <a:t>New images are fed through frozen encoder then to live decoder, MSE loss is calculated by comparing input image to reconstruction</a:t>
          </a:r>
        </a:p>
      </dgm:t>
    </dgm:pt>
    <dgm:pt modelId="{DD4A26B4-491A-4A78-A887-66431ED8582D}" type="parTrans" cxnId="{DC8F382D-1E97-43ED-8F4B-A84C916A2023}">
      <dgm:prSet/>
      <dgm:spPr/>
      <dgm:t>
        <a:bodyPr/>
        <a:lstStyle/>
        <a:p>
          <a:endParaRPr lang="en-US"/>
        </a:p>
      </dgm:t>
    </dgm:pt>
    <dgm:pt modelId="{1D8A390C-D31A-42BE-83FE-9A1BF7300465}" type="sibTrans" cxnId="{DC8F382D-1E97-43ED-8F4B-A84C916A2023}">
      <dgm:prSet/>
      <dgm:spPr/>
      <dgm:t>
        <a:bodyPr/>
        <a:lstStyle/>
        <a:p>
          <a:endParaRPr lang="en-US"/>
        </a:p>
      </dgm:t>
    </dgm:pt>
    <dgm:pt modelId="{F52ABA59-3EE6-4CA9-B249-5A7609B01D9A}">
      <dgm:prSet/>
      <dgm:spPr/>
      <dgm:t>
        <a:bodyPr/>
        <a:lstStyle/>
        <a:p>
          <a:r>
            <a:rPr lang="en-US" dirty="0"/>
            <a:t>Latents are passed through snapshot of decoder from training of previous category AND through live decoder</a:t>
          </a:r>
        </a:p>
      </dgm:t>
    </dgm:pt>
    <dgm:pt modelId="{80E58CB9-2093-4392-8795-082F6EE2F598}" type="parTrans" cxnId="{3AB053B2-B40C-4BCD-A1A2-740DE06B7261}">
      <dgm:prSet/>
      <dgm:spPr/>
      <dgm:t>
        <a:bodyPr/>
        <a:lstStyle/>
        <a:p>
          <a:endParaRPr lang="en-US"/>
        </a:p>
      </dgm:t>
    </dgm:pt>
    <dgm:pt modelId="{D5D0F05E-32E4-4902-9835-6C35BE3074E9}" type="sibTrans" cxnId="{3AB053B2-B40C-4BCD-A1A2-740DE06B7261}">
      <dgm:prSet/>
      <dgm:spPr/>
      <dgm:t>
        <a:bodyPr/>
        <a:lstStyle/>
        <a:p>
          <a:endParaRPr lang="en-US"/>
        </a:p>
      </dgm:t>
    </dgm:pt>
    <dgm:pt modelId="{F32F85F7-B248-4920-95E5-23EE740B4E62}">
      <dgm:prSet/>
      <dgm:spPr/>
      <dgm:t>
        <a:bodyPr/>
        <a:lstStyle/>
        <a:p>
          <a:r>
            <a:rPr lang="en-US" dirty="0"/>
            <a:t>MSE loss is calculated by comparing these two outputs</a:t>
          </a:r>
        </a:p>
      </dgm:t>
    </dgm:pt>
    <dgm:pt modelId="{9F4FA303-3DDE-4C1F-9E4C-7A5F2A7F5ED2}" type="parTrans" cxnId="{CBBE00B4-34B0-444A-B084-D085A935AB56}">
      <dgm:prSet/>
      <dgm:spPr/>
      <dgm:t>
        <a:bodyPr/>
        <a:lstStyle/>
        <a:p>
          <a:endParaRPr lang="en-US"/>
        </a:p>
      </dgm:t>
    </dgm:pt>
    <dgm:pt modelId="{3A2DE4F3-8F91-4F9E-9A23-1E320F07C9C4}" type="sibTrans" cxnId="{CBBE00B4-34B0-444A-B084-D085A935AB56}">
      <dgm:prSet/>
      <dgm:spPr/>
      <dgm:t>
        <a:bodyPr/>
        <a:lstStyle/>
        <a:p>
          <a:endParaRPr lang="en-US"/>
        </a:p>
      </dgm:t>
    </dgm:pt>
    <dgm:pt modelId="{9D006F13-A2C4-46D1-9D26-66C03237C3CA}">
      <dgm:prSet/>
      <dgm:spPr/>
      <dgm:t>
        <a:bodyPr/>
        <a:lstStyle/>
        <a:p>
          <a:r>
            <a:rPr lang="en-US"/>
            <a:t>Batch size for latents 2x size of batch size for new inputs</a:t>
          </a:r>
        </a:p>
      </dgm:t>
    </dgm:pt>
    <dgm:pt modelId="{3A51A353-31EA-4E98-A276-D9832307D1BC}" type="parTrans" cxnId="{C293401F-BF3D-4972-A2CA-77B5952CDF03}">
      <dgm:prSet/>
      <dgm:spPr/>
      <dgm:t>
        <a:bodyPr/>
        <a:lstStyle/>
        <a:p>
          <a:endParaRPr lang="en-US"/>
        </a:p>
      </dgm:t>
    </dgm:pt>
    <dgm:pt modelId="{15077BB5-E30B-4B59-82E9-8FE9AA5CEAA1}" type="sibTrans" cxnId="{C293401F-BF3D-4972-A2CA-77B5952CDF03}">
      <dgm:prSet/>
      <dgm:spPr/>
      <dgm:t>
        <a:bodyPr/>
        <a:lstStyle/>
        <a:p>
          <a:endParaRPr lang="en-US"/>
        </a:p>
      </dgm:t>
    </dgm:pt>
    <dgm:pt modelId="{2A9CD2AC-0C0E-4539-86AA-6E7506F5FE80}">
      <dgm:prSet/>
      <dgm:spPr/>
      <dgm:t>
        <a:bodyPr/>
        <a:lstStyle/>
        <a:p>
          <a:r>
            <a:rPr lang="en-US" dirty="0"/>
            <a:t>Total loss is computed as a linear combination of the new image loss and the latent loss (1:3 ratio)</a:t>
          </a:r>
        </a:p>
      </dgm:t>
    </dgm:pt>
    <dgm:pt modelId="{9298F05F-AFB7-4294-AC51-CA12FD890ABD}" type="parTrans" cxnId="{9BEE13D0-8E36-423C-A482-593038B7E090}">
      <dgm:prSet/>
      <dgm:spPr/>
      <dgm:t>
        <a:bodyPr/>
        <a:lstStyle/>
        <a:p>
          <a:endParaRPr lang="en-US"/>
        </a:p>
      </dgm:t>
    </dgm:pt>
    <dgm:pt modelId="{F6C4983D-A1F7-40F8-BE15-120FDEF9F8FF}" type="sibTrans" cxnId="{9BEE13D0-8E36-423C-A482-593038B7E090}">
      <dgm:prSet/>
      <dgm:spPr/>
      <dgm:t>
        <a:bodyPr/>
        <a:lstStyle/>
        <a:p>
          <a:endParaRPr lang="en-US"/>
        </a:p>
      </dgm:t>
    </dgm:pt>
    <dgm:pt modelId="{91C30C4E-F7B5-46F7-B8B6-6B9AA287909F}" type="pres">
      <dgm:prSet presAssocID="{D37EA2CF-D411-4B99-B34D-BAAD53A8C423}" presName="Name0" presStyleCnt="0">
        <dgm:presLayoutVars>
          <dgm:dir/>
          <dgm:resizeHandles val="exact"/>
        </dgm:presLayoutVars>
      </dgm:prSet>
      <dgm:spPr/>
    </dgm:pt>
    <dgm:pt modelId="{07132401-AAA4-45FE-AAE6-68B3761775EE}" type="pres">
      <dgm:prSet presAssocID="{617386ED-5360-44B2-ADF3-6A90E4AA1901}" presName="node" presStyleLbl="node1" presStyleIdx="0" presStyleCnt="5">
        <dgm:presLayoutVars>
          <dgm:bulletEnabled val="1"/>
        </dgm:presLayoutVars>
      </dgm:prSet>
      <dgm:spPr/>
    </dgm:pt>
    <dgm:pt modelId="{D6625538-A70B-4049-BB6A-CB186EDD44C4}" type="pres">
      <dgm:prSet presAssocID="{1D8A390C-D31A-42BE-83FE-9A1BF7300465}" presName="sibTrans" presStyleLbl="sibTrans1D1" presStyleIdx="0" presStyleCnt="4"/>
      <dgm:spPr/>
    </dgm:pt>
    <dgm:pt modelId="{A3D32D7E-D915-4A84-9186-DB7141C8876A}" type="pres">
      <dgm:prSet presAssocID="{1D8A390C-D31A-42BE-83FE-9A1BF7300465}" presName="connectorText" presStyleLbl="sibTrans1D1" presStyleIdx="0" presStyleCnt="4"/>
      <dgm:spPr/>
    </dgm:pt>
    <dgm:pt modelId="{AD4A8C54-25F4-48E8-AC1D-B92471E6D6B1}" type="pres">
      <dgm:prSet presAssocID="{F52ABA59-3EE6-4CA9-B249-5A7609B01D9A}" presName="node" presStyleLbl="node1" presStyleIdx="1" presStyleCnt="5">
        <dgm:presLayoutVars>
          <dgm:bulletEnabled val="1"/>
        </dgm:presLayoutVars>
      </dgm:prSet>
      <dgm:spPr/>
    </dgm:pt>
    <dgm:pt modelId="{DCE1BCBE-1735-42D4-B88D-9B11964E9DC4}" type="pres">
      <dgm:prSet presAssocID="{D5D0F05E-32E4-4902-9835-6C35BE3074E9}" presName="sibTrans" presStyleLbl="sibTrans1D1" presStyleIdx="1" presStyleCnt="4"/>
      <dgm:spPr/>
    </dgm:pt>
    <dgm:pt modelId="{3705541D-7C88-4F50-BC54-0F050BFE6A1F}" type="pres">
      <dgm:prSet presAssocID="{D5D0F05E-32E4-4902-9835-6C35BE3074E9}" presName="connectorText" presStyleLbl="sibTrans1D1" presStyleIdx="1" presStyleCnt="4"/>
      <dgm:spPr/>
    </dgm:pt>
    <dgm:pt modelId="{06A4C8D2-621C-4011-9F55-860DD6F29B7C}" type="pres">
      <dgm:prSet presAssocID="{F32F85F7-B248-4920-95E5-23EE740B4E62}" presName="node" presStyleLbl="node1" presStyleIdx="2" presStyleCnt="5">
        <dgm:presLayoutVars>
          <dgm:bulletEnabled val="1"/>
        </dgm:presLayoutVars>
      </dgm:prSet>
      <dgm:spPr/>
    </dgm:pt>
    <dgm:pt modelId="{3FAC84AC-B1B8-4E3F-88B9-8BD8C74EFCEF}" type="pres">
      <dgm:prSet presAssocID="{3A2DE4F3-8F91-4F9E-9A23-1E320F07C9C4}" presName="sibTrans" presStyleLbl="sibTrans1D1" presStyleIdx="2" presStyleCnt="4"/>
      <dgm:spPr/>
    </dgm:pt>
    <dgm:pt modelId="{9E465590-0FE5-4F5A-855C-F64432F98415}" type="pres">
      <dgm:prSet presAssocID="{3A2DE4F3-8F91-4F9E-9A23-1E320F07C9C4}" presName="connectorText" presStyleLbl="sibTrans1D1" presStyleIdx="2" presStyleCnt="4"/>
      <dgm:spPr/>
    </dgm:pt>
    <dgm:pt modelId="{A137769C-A8F4-4443-9840-B65808AF3020}" type="pres">
      <dgm:prSet presAssocID="{9D006F13-A2C4-46D1-9D26-66C03237C3CA}" presName="node" presStyleLbl="node1" presStyleIdx="3" presStyleCnt="5">
        <dgm:presLayoutVars>
          <dgm:bulletEnabled val="1"/>
        </dgm:presLayoutVars>
      </dgm:prSet>
      <dgm:spPr/>
    </dgm:pt>
    <dgm:pt modelId="{71403115-7074-4C71-B04F-3F95B03C6097}" type="pres">
      <dgm:prSet presAssocID="{15077BB5-E30B-4B59-82E9-8FE9AA5CEAA1}" presName="sibTrans" presStyleLbl="sibTrans1D1" presStyleIdx="3" presStyleCnt="4"/>
      <dgm:spPr/>
    </dgm:pt>
    <dgm:pt modelId="{3059A234-3097-4D07-8F00-BB3EBFBFEF61}" type="pres">
      <dgm:prSet presAssocID="{15077BB5-E30B-4B59-82E9-8FE9AA5CEAA1}" presName="connectorText" presStyleLbl="sibTrans1D1" presStyleIdx="3" presStyleCnt="4"/>
      <dgm:spPr/>
    </dgm:pt>
    <dgm:pt modelId="{34949F12-C111-4C17-93BA-FC0BCA9A9BDC}" type="pres">
      <dgm:prSet presAssocID="{2A9CD2AC-0C0E-4539-86AA-6E7506F5FE80}" presName="node" presStyleLbl="node1" presStyleIdx="4" presStyleCnt="5">
        <dgm:presLayoutVars>
          <dgm:bulletEnabled val="1"/>
        </dgm:presLayoutVars>
      </dgm:prSet>
      <dgm:spPr/>
    </dgm:pt>
  </dgm:ptLst>
  <dgm:cxnLst>
    <dgm:cxn modelId="{75F58C0C-5592-4A5C-BB2D-9CE300D55443}" type="presOf" srcId="{F52ABA59-3EE6-4CA9-B249-5A7609B01D9A}" destId="{AD4A8C54-25F4-48E8-AC1D-B92471E6D6B1}" srcOrd="0" destOrd="0" presId="urn:microsoft.com/office/officeart/2016/7/layout/RepeatingBendingProcessNew"/>
    <dgm:cxn modelId="{C293401F-BF3D-4972-A2CA-77B5952CDF03}" srcId="{D37EA2CF-D411-4B99-B34D-BAAD53A8C423}" destId="{9D006F13-A2C4-46D1-9D26-66C03237C3CA}" srcOrd="3" destOrd="0" parTransId="{3A51A353-31EA-4E98-A276-D9832307D1BC}" sibTransId="{15077BB5-E30B-4B59-82E9-8FE9AA5CEAA1}"/>
    <dgm:cxn modelId="{DF298326-8BCE-4824-BD82-0D95C93DE3AF}" type="presOf" srcId="{2A9CD2AC-0C0E-4539-86AA-6E7506F5FE80}" destId="{34949F12-C111-4C17-93BA-FC0BCA9A9BDC}" srcOrd="0" destOrd="0" presId="urn:microsoft.com/office/officeart/2016/7/layout/RepeatingBendingProcessNew"/>
    <dgm:cxn modelId="{DC8F382D-1E97-43ED-8F4B-A84C916A2023}" srcId="{D37EA2CF-D411-4B99-B34D-BAAD53A8C423}" destId="{617386ED-5360-44B2-ADF3-6A90E4AA1901}" srcOrd="0" destOrd="0" parTransId="{DD4A26B4-491A-4A78-A887-66431ED8582D}" sibTransId="{1D8A390C-D31A-42BE-83FE-9A1BF7300465}"/>
    <dgm:cxn modelId="{B8E03B32-7263-408E-B6EF-122EE27D1178}" type="presOf" srcId="{3A2DE4F3-8F91-4F9E-9A23-1E320F07C9C4}" destId="{9E465590-0FE5-4F5A-855C-F64432F98415}" srcOrd="1" destOrd="0" presId="urn:microsoft.com/office/officeart/2016/7/layout/RepeatingBendingProcessNew"/>
    <dgm:cxn modelId="{452A3F68-3F72-4FC0-B7F6-F1E22F12203D}" type="presOf" srcId="{D37EA2CF-D411-4B99-B34D-BAAD53A8C423}" destId="{91C30C4E-F7B5-46F7-B8B6-6B9AA287909F}" srcOrd="0" destOrd="0" presId="urn:microsoft.com/office/officeart/2016/7/layout/RepeatingBendingProcessNew"/>
    <dgm:cxn modelId="{3D95F372-A1F5-495C-9AF6-1630D768B82D}" type="presOf" srcId="{9D006F13-A2C4-46D1-9D26-66C03237C3CA}" destId="{A137769C-A8F4-4443-9840-B65808AF3020}" srcOrd="0" destOrd="0" presId="urn:microsoft.com/office/officeart/2016/7/layout/RepeatingBendingProcessNew"/>
    <dgm:cxn modelId="{84F2C275-72B2-40D8-8009-C86605940898}" type="presOf" srcId="{15077BB5-E30B-4B59-82E9-8FE9AA5CEAA1}" destId="{3059A234-3097-4D07-8F00-BB3EBFBFEF61}" srcOrd="1" destOrd="0" presId="urn:microsoft.com/office/officeart/2016/7/layout/RepeatingBendingProcessNew"/>
    <dgm:cxn modelId="{5922BB56-4040-4468-97C3-ABCB001EB08D}" type="presOf" srcId="{617386ED-5360-44B2-ADF3-6A90E4AA1901}" destId="{07132401-AAA4-45FE-AAE6-68B3761775EE}" srcOrd="0" destOrd="0" presId="urn:microsoft.com/office/officeart/2016/7/layout/RepeatingBendingProcessNew"/>
    <dgm:cxn modelId="{9ABC365A-2F67-4726-A07C-5F1B1EB0BC84}" type="presOf" srcId="{D5D0F05E-32E4-4902-9835-6C35BE3074E9}" destId="{3705541D-7C88-4F50-BC54-0F050BFE6A1F}" srcOrd="1" destOrd="0" presId="urn:microsoft.com/office/officeart/2016/7/layout/RepeatingBendingProcessNew"/>
    <dgm:cxn modelId="{628BC17A-DA97-4369-94C5-98075F81F26B}" type="presOf" srcId="{1D8A390C-D31A-42BE-83FE-9A1BF7300465}" destId="{A3D32D7E-D915-4A84-9186-DB7141C8876A}" srcOrd="1" destOrd="0" presId="urn:microsoft.com/office/officeart/2016/7/layout/RepeatingBendingProcessNew"/>
    <dgm:cxn modelId="{2D95B97B-8ACD-478C-BB26-9C83EAF85AF6}" type="presOf" srcId="{3A2DE4F3-8F91-4F9E-9A23-1E320F07C9C4}" destId="{3FAC84AC-B1B8-4E3F-88B9-8BD8C74EFCEF}" srcOrd="0" destOrd="0" presId="urn:microsoft.com/office/officeart/2016/7/layout/RepeatingBendingProcessNew"/>
    <dgm:cxn modelId="{2B2A46A6-B77A-456F-BC29-4B3BD85CD025}" type="presOf" srcId="{D5D0F05E-32E4-4902-9835-6C35BE3074E9}" destId="{DCE1BCBE-1735-42D4-B88D-9B11964E9DC4}" srcOrd="0" destOrd="0" presId="urn:microsoft.com/office/officeart/2016/7/layout/RepeatingBendingProcessNew"/>
    <dgm:cxn modelId="{3AB053B2-B40C-4BCD-A1A2-740DE06B7261}" srcId="{D37EA2CF-D411-4B99-B34D-BAAD53A8C423}" destId="{F52ABA59-3EE6-4CA9-B249-5A7609B01D9A}" srcOrd="1" destOrd="0" parTransId="{80E58CB9-2093-4392-8795-082F6EE2F598}" sibTransId="{D5D0F05E-32E4-4902-9835-6C35BE3074E9}"/>
    <dgm:cxn modelId="{CBBE00B4-34B0-444A-B084-D085A935AB56}" srcId="{D37EA2CF-D411-4B99-B34D-BAAD53A8C423}" destId="{F32F85F7-B248-4920-95E5-23EE740B4E62}" srcOrd="2" destOrd="0" parTransId="{9F4FA303-3DDE-4C1F-9E4C-7A5F2A7F5ED2}" sibTransId="{3A2DE4F3-8F91-4F9E-9A23-1E320F07C9C4}"/>
    <dgm:cxn modelId="{E16272B5-23EF-482A-90BD-3187447265BA}" type="presOf" srcId="{15077BB5-E30B-4B59-82E9-8FE9AA5CEAA1}" destId="{71403115-7074-4C71-B04F-3F95B03C6097}" srcOrd="0" destOrd="0" presId="urn:microsoft.com/office/officeart/2016/7/layout/RepeatingBendingProcessNew"/>
    <dgm:cxn modelId="{02EFCACC-1496-4D2F-8FE2-F2A7A85E7C81}" type="presOf" srcId="{F32F85F7-B248-4920-95E5-23EE740B4E62}" destId="{06A4C8D2-621C-4011-9F55-860DD6F29B7C}" srcOrd="0" destOrd="0" presId="urn:microsoft.com/office/officeart/2016/7/layout/RepeatingBendingProcessNew"/>
    <dgm:cxn modelId="{9BEE13D0-8E36-423C-A482-593038B7E090}" srcId="{D37EA2CF-D411-4B99-B34D-BAAD53A8C423}" destId="{2A9CD2AC-0C0E-4539-86AA-6E7506F5FE80}" srcOrd="4" destOrd="0" parTransId="{9298F05F-AFB7-4294-AC51-CA12FD890ABD}" sibTransId="{F6C4983D-A1F7-40F8-BE15-120FDEF9F8FF}"/>
    <dgm:cxn modelId="{00C18DE8-D24D-4EBB-A043-ED75EBF603E0}" type="presOf" srcId="{1D8A390C-D31A-42BE-83FE-9A1BF7300465}" destId="{D6625538-A70B-4049-BB6A-CB186EDD44C4}" srcOrd="0" destOrd="0" presId="urn:microsoft.com/office/officeart/2016/7/layout/RepeatingBendingProcessNew"/>
    <dgm:cxn modelId="{C0D02E9E-751C-4AB5-B904-5DD395EA1C1B}" type="presParOf" srcId="{91C30C4E-F7B5-46F7-B8B6-6B9AA287909F}" destId="{07132401-AAA4-45FE-AAE6-68B3761775EE}" srcOrd="0" destOrd="0" presId="urn:microsoft.com/office/officeart/2016/7/layout/RepeatingBendingProcessNew"/>
    <dgm:cxn modelId="{D685F50E-E25F-4900-8A58-72C1AE3365E4}" type="presParOf" srcId="{91C30C4E-F7B5-46F7-B8B6-6B9AA287909F}" destId="{D6625538-A70B-4049-BB6A-CB186EDD44C4}" srcOrd="1" destOrd="0" presId="urn:microsoft.com/office/officeart/2016/7/layout/RepeatingBendingProcessNew"/>
    <dgm:cxn modelId="{E18B89AF-E02C-451C-907E-174BE2DC175E}" type="presParOf" srcId="{D6625538-A70B-4049-BB6A-CB186EDD44C4}" destId="{A3D32D7E-D915-4A84-9186-DB7141C8876A}" srcOrd="0" destOrd="0" presId="urn:microsoft.com/office/officeart/2016/7/layout/RepeatingBendingProcessNew"/>
    <dgm:cxn modelId="{09D6FF37-B3E0-43DE-AB4A-EB1CA0DC4E68}" type="presParOf" srcId="{91C30C4E-F7B5-46F7-B8B6-6B9AA287909F}" destId="{AD4A8C54-25F4-48E8-AC1D-B92471E6D6B1}" srcOrd="2" destOrd="0" presId="urn:microsoft.com/office/officeart/2016/7/layout/RepeatingBendingProcessNew"/>
    <dgm:cxn modelId="{EE2C16DC-6DD4-400F-B84E-E4B050E865D7}" type="presParOf" srcId="{91C30C4E-F7B5-46F7-B8B6-6B9AA287909F}" destId="{DCE1BCBE-1735-42D4-B88D-9B11964E9DC4}" srcOrd="3" destOrd="0" presId="urn:microsoft.com/office/officeart/2016/7/layout/RepeatingBendingProcessNew"/>
    <dgm:cxn modelId="{0E7DBCB4-50BB-40C5-B7AB-B931B0B6B551}" type="presParOf" srcId="{DCE1BCBE-1735-42D4-B88D-9B11964E9DC4}" destId="{3705541D-7C88-4F50-BC54-0F050BFE6A1F}" srcOrd="0" destOrd="0" presId="urn:microsoft.com/office/officeart/2016/7/layout/RepeatingBendingProcessNew"/>
    <dgm:cxn modelId="{051DCFDB-F39A-4DB4-B1BE-F9D5E10FDBCB}" type="presParOf" srcId="{91C30C4E-F7B5-46F7-B8B6-6B9AA287909F}" destId="{06A4C8D2-621C-4011-9F55-860DD6F29B7C}" srcOrd="4" destOrd="0" presId="urn:microsoft.com/office/officeart/2016/7/layout/RepeatingBendingProcessNew"/>
    <dgm:cxn modelId="{DF8DACD9-EC84-4A19-B26B-499EE1EF9F60}" type="presParOf" srcId="{91C30C4E-F7B5-46F7-B8B6-6B9AA287909F}" destId="{3FAC84AC-B1B8-4E3F-88B9-8BD8C74EFCEF}" srcOrd="5" destOrd="0" presId="urn:microsoft.com/office/officeart/2016/7/layout/RepeatingBendingProcessNew"/>
    <dgm:cxn modelId="{97EAFC05-60AD-4B31-9D5D-3EC48FA03D48}" type="presParOf" srcId="{3FAC84AC-B1B8-4E3F-88B9-8BD8C74EFCEF}" destId="{9E465590-0FE5-4F5A-855C-F64432F98415}" srcOrd="0" destOrd="0" presId="urn:microsoft.com/office/officeart/2016/7/layout/RepeatingBendingProcessNew"/>
    <dgm:cxn modelId="{454342A3-F430-4C09-9443-D3F8725E15FE}" type="presParOf" srcId="{91C30C4E-F7B5-46F7-B8B6-6B9AA287909F}" destId="{A137769C-A8F4-4443-9840-B65808AF3020}" srcOrd="6" destOrd="0" presId="urn:microsoft.com/office/officeart/2016/7/layout/RepeatingBendingProcessNew"/>
    <dgm:cxn modelId="{DE456D31-6E5E-4C66-957D-FECEA17DDFD1}" type="presParOf" srcId="{91C30C4E-F7B5-46F7-B8B6-6B9AA287909F}" destId="{71403115-7074-4C71-B04F-3F95B03C6097}" srcOrd="7" destOrd="0" presId="urn:microsoft.com/office/officeart/2016/7/layout/RepeatingBendingProcessNew"/>
    <dgm:cxn modelId="{0D337341-8363-427D-A2BB-2225636DF517}" type="presParOf" srcId="{71403115-7074-4C71-B04F-3F95B03C6097}" destId="{3059A234-3097-4D07-8F00-BB3EBFBFEF61}" srcOrd="0" destOrd="0" presId="urn:microsoft.com/office/officeart/2016/7/layout/RepeatingBendingProcessNew"/>
    <dgm:cxn modelId="{6D879723-F354-4346-B378-7A0FDF850990}" type="presParOf" srcId="{91C30C4E-F7B5-46F7-B8B6-6B9AA287909F}" destId="{34949F12-C111-4C17-93BA-FC0BCA9A9BDC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9011DB7-ADE8-4952-AD56-180A4086842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2694FD9-800B-4E47-8E6D-165DFCD268B7}">
      <dgm:prSet/>
      <dgm:spPr/>
      <dgm:t>
        <a:bodyPr/>
        <a:lstStyle/>
        <a:p>
          <a:r>
            <a:rPr lang="en-US"/>
            <a:t>Testing of the Autoencoder-based Anomaly Detection model is asymmetrical of the training process</a:t>
          </a:r>
        </a:p>
      </dgm:t>
    </dgm:pt>
    <dgm:pt modelId="{C633867A-2721-49EC-A429-2B1F7B7BBFA1}" type="parTrans" cxnId="{7F001909-1D78-44A1-BECC-5E137A4FF3E0}">
      <dgm:prSet/>
      <dgm:spPr/>
      <dgm:t>
        <a:bodyPr/>
        <a:lstStyle/>
        <a:p>
          <a:endParaRPr lang="en-US"/>
        </a:p>
      </dgm:t>
    </dgm:pt>
    <dgm:pt modelId="{71A90867-289C-4F28-9B59-D1D67846094D}" type="sibTrans" cxnId="{7F001909-1D78-44A1-BECC-5E137A4FF3E0}">
      <dgm:prSet/>
      <dgm:spPr/>
      <dgm:t>
        <a:bodyPr/>
        <a:lstStyle/>
        <a:p>
          <a:endParaRPr lang="en-US"/>
        </a:p>
      </dgm:t>
    </dgm:pt>
    <dgm:pt modelId="{B2F5DF33-1FD8-4D59-99E3-12FE06156109}">
      <dgm:prSet/>
      <dgm:spPr/>
      <dgm:t>
        <a:bodyPr/>
        <a:lstStyle/>
        <a:p>
          <a:r>
            <a:rPr lang="en-US"/>
            <a:t>Input and output subtracted and squared to create MSE map</a:t>
          </a:r>
        </a:p>
      </dgm:t>
    </dgm:pt>
    <dgm:pt modelId="{B7392B33-0936-46CB-BF2E-76A39EB4239C}" type="parTrans" cxnId="{704C31DD-07A3-4713-B78D-A6AE4BFFF0EC}">
      <dgm:prSet/>
      <dgm:spPr/>
      <dgm:t>
        <a:bodyPr/>
        <a:lstStyle/>
        <a:p>
          <a:endParaRPr lang="en-US"/>
        </a:p>
      </dgm:t>
    </dgm:pt>
    <dgm:pt modelId="{1C7D176A-1645-40E3-8BF1-615DFA957310}" type="sibTrans" cxnId="{704C31DD-07A3-4713-B78D-A6AE4BFFF0EC}">
      <dgm:prSet/>
      <dgm:spPr/>
      <dgm:t>
        <a:bodyPr/>
        <a:lstStyle/>
        <a:p>
          <a:endParaRPr lang="en-US"/>
        </a:p>
      </dgm:t>
    </dgm:pt>
    <dgm:pt modelId="{7E1D2B7B-E32B-4BAD-94BF-B5A0EB600641}">
      <dgm:prSet/>
      <dgm:spPr/>
      <dgm:t>
        <a:bodyPr/>
        <a:lstStyle/>
        <a:p>
          <a:r>
            <a:rPr lang="en-US"/>
            <a:t>8x8 window scans the MSE map, testing loss is chosen to be the 8x8 portion with the highest loss</a:t>
          </a:r>
        </a:p>
      </dgm:t>
    </dgm:pt>
    <dgm:pt modelId="{343F0D81-481B-4351-9088-41FD7EFC08B4}" type="parTrans" cxnId="{58133F2C-F4CA-4670-BAA5-2F7937AAD0C8}">
      <dgm:prSet/>
      <dgm:spPr/>
      <dgm:t>
        <a:bodyPr/>
        <a:lstStyle/>
        <a:p>
          <a:endParaRPr lang="en-US"/>
        </a:p>
      </dgm:t>
    </dgm:pt>
    <dgm:pt modelId="{BD8C2C18-B67B-4FCF-B125-35667D2D20C0}" type="sibTrans" cxnId="{58133F2C-F4CA-4670-BAA5-2F7937AAD0C8}">
      <dgm:prSet/>
      <dgm:spPr/>
      <dgm:t>
        <a:bodyPr/>
        <a:lstStyle/>
        <a:p>
          <a:endParaRPr lang="en-US"/>
        </a:p>
      </dgm:t>
    </dgm:pt>
    <dgm:pt modelId="{BB8CC9B5-2A6A-4408-956B-3F2064EC0715}">
      <dgm:prSet/>
      <dgm:spPr/>
      <dgm:t>
        <a:bodyPr/>
        <a:lstStyle/>
        <a:p>
          <a:r>
            <a:rPr lang="en-US"/>
            <a:t>Testing is done per category</a:t>
          </a:r>
        </a:p>
      </dgm:t>
    </dgm:pt>
    <dgm:pt modelId="{C8BC84BF-41F5-469A-9D78-FD82A62CD840}" type="parTrans" cxnId="{1A12D5D0-E18F-457E-B26B-59C45CFCD167}">
      <dgm:prSet/>
      <dgm:spPr/>
      <dgm:t>
        <a:bodyPr/>
        <a:lstStyle/>
        <a:p>
          <a:endParaRPr lang="en-US"/>
        </a:p>
      </dgm:t>
    </dgm:pt>
    <dgm:pt modelId="{C6F4238E-0DFC-42E5-A9D7-658EA3FAB391}" type="sibTrans" cxnId="{1A12D5D0-E18F-457E-B26B-59C45CFCD167}">
      <dgm:prSet/>
      <dgm:spPr/>
      <dgm:t>
        <a:bodyPr/>
        <a:lstStyle/>
        <a:p>
          <a:endParaRPr lang="en-US"/>
        </a:p>
      </dgm:t>
    </dgm:pt>
    <dgm:pt modelId="{F5C7BB77-6B74-468E-99D5-7EF4EEE2AA62}">
      <dgm:prSet/>
      <dgm:spPr/>
      <dgm:t>
        <a:bodyPr/>
        <a:lstStyle/>
        <a:p>
          <a:r>
            <a:rPr lang="en-US"/>
            <a:t>The performance of a category is calculated using its AUC</a:t>
          </a:r>
        </a:p>
      </dgm:t>
    </dgm:pt>
    <dgm:pt modelId="{08724190-119C-4913-92E0-92977BE7D180}" type="parTrans" cxnId="{CCD82EB0-A2D7-422B-87DC-465C0C8153F1}">
      <dgm:prSet/>
      <dgm:spPr/>
      <dgm:t>
        <a:bodyPr/>
        <a:lstStyle/>
        <a:p>
          <a:endParaRPr lang="en-US"/>
        </a:p>
      </dgm:t>
    </dgm:pt>
    <dgm:pt modelId="{FCE536EE-DC7C-4186-868F-DD2F54FED880}" type="sibTrans" cxnId="{CCD82EB0-A2D7-422B-87DC-465C0C8153F1}">
      <dgm:prSet/>
      <dgm:spPr/>
      <dgm:t>
        <a:bodyPr/>
        <a:lstStyle/>
        <a:p>
          <a:endParaRPr lang="en-US"/>
        </a:p>
      </dgm:t>
    </dgm:pt>
    <dgm:pt modelId="{06FD242D-C662-473A-A76B-06298CA7C0E9}">
      <dgm:prSet/>
      <dgm:spPr/>
      <dgm:t>
        <a:bodyPr/>
        <a:lstStyle/>
        <a:p>
          <a:r>
            <a:rPr lang="en-US" dirty="0"/>
            <a:t>AUC is the probability that an anomaly will be correctly identified by the model</a:t>
          </a:r>
        </a:p>
      </dgm:t>
    </dgm:pt>
    <dgm:pt modelId="{9DB28FB2-7A54-48F5-91E9-C3F69492831A}" type="parTrans" cxnId="{AD739FAE-2047-445A-87D1-D7817373EB75}">
      <dgm:prSet/>
      <dgm:spPr/>
      <dgm:t>
        <a:bodyPr/>
        <a:lstStyle/>
        <a:p>
          <a:endParaRPr lang="en-US"/>
        </a:p>
      </dgm:t>
    </dgm:pt>
    <dgm:pt modelId="{D15CACF4-2C7F-4769-828F-C75E2A49019C}" type="sibTrans" cxnId="{AD739FAE-2047-445A-87D1-D7817373EB75}">
      <dgm:prSet/>
      <dgm:spPr/>
      <dgm:t>
        <a:bodyPr/>
        <a:lstStyle/>
        <a:p>
          <a:endParaRPr lang="en-US"/>
        </a:p>
      </dgm:t>
    </dgm:pt>
    <dgm:pt modelId="{36119B06-A411-4A14-A48E-01EA885E517F}" type="pres">
      <dgm:prSet presAssocID="{49011DB7-ADE8-4952-AD56-180A40868424}" presName="Name0" presStyleCnt="0">
        <dgm:presLayoutVars>
          <dgm:dir/>
          <dgm:resizeHandles val="exact"/>
        </dgm:presLayoutVars>
      </dgm:prSet>
      <dgm:spPr/>
    </dgm:pt>
    <dgm:pt modelId="{63A35E57-54EB-469C-B4F2-AE2AD5BFCC7B}" type="pres">
      <dgm:prSet presAssocID="{D2694FD9-800B-4E47-8E6D-165DFCD268B7}" presName="node" presStyleLbl="node1" presStyleIdx="0" presStyleCnt="6">
        <dgm:presLayoutVars>
          <dgm:bulletEnabled val="1"/>
        </dgm:presLayoutVars>
      </dgm:prSet>
      <dgm:spPr/>
    </dgm:pt>
    <dgm:pt modelId="{77BE9F23-A6EF-4D51-B7C0-06F0942FC1A2}" type="pres">
      <dgm:prSet presAssocID="{71A90867-289C-4F28-9B59-D1D67846094D}" presName="sibTrans" presStyleLbl="sibTrans1D1" presStyleIdx="0" presStyleCnt="5"/>
      <dgm:spPr/>
    </dgm:pt>
    <dgm:pt modelId="{B4BD3C18-AB46-4267-9B00-236D34D8DBC4}" type="pres">
      <dgm:prSet presAssocID="{71A90867-289C-4F28-9B59-D1D67846094D}" presName="connectorText" presStyleLbl="sibTrans1D1" presStyleIdx="0" presStyleCnt="5"/>
      <dgm:spPr/>
    </dgm:pt>
    <dgm:pt modelId="{8AC9C08A-7A29-4408-A91D-BC81F1B614DF}" type="pres">
      <dgm:prSet presAssocID="{B2F5DF33-1FD8-4D59-99E3-12FE06156109}" presName="node" presStyleLbl="node1" presStyleIdx="1" presStyleCnt="6">
        <dgm:presLayoutVars>
          <dgm:bulletEnabled val="1"/>
        </dgm:presLayoutVars>
      </dgm:prSet>
      <dgm:spPr/>
    </dgm:pt>
    <dgm:pt modelId="{DE32CB2B-594F-472B-8684-9C06FB57F595}" type="pres">
      <dgm:prSet presAssocID="{1C7D176A-1645-40E3-8BF1-615DFA957310}" presName="sibTrans" presStyleLbl="sibTrans1D1" presStyleIdx="1" presStyleCnt="5"/>
      <dgm:spPr/>
    </dgm:pt>
    <dgm:pt modelId="{39EE7E60-C975-48C4-98D5-CE898F9A74FB}" type="pres">
      <dgm:prSet presAssocID="{1C7D176A-1645-40E3-8BF1-615DFA957310}" presName="connectorText" presStyleLbl="sibTrans1D1" presStyleIdx="1" presStyleCnt="5"/>
      <dgm:spPr/>
    </dgm:pt>
    <dgm:pt modelId="{D51E7474-5EE8-4EFC-9E74-6E976BDC7821}" type="pres">
      <dgm:prSet presAssocID="{7E1D2B7B-E32B-4BAD-94BF-B5A0EB600641}" presName="node" presStyleLbl="node1" presStyleIdx="2" presStyleCnt="6">
        <dgm:presLayoutVars>
          <dgm:bulletEnabled val="1"/>
        </dgm:presLayoutVars>
      </dgm:prSet>
      <dgm:spPr/>
    </dgm:pt>
    <dgm:pt modelId="{4262570D-EC0C-4355-A92D-8AE61C297F7A}" type="pres">
      <dgm:prSet presAssocID="{BD8C2C18-B67B-4FCF-B125-35667D2D20C0}" presName="sibTrans" presStyleLbl="sibTrans1D1" presStyleIdx="2" presStyleCnt="5"/>
      <dgm:spPr/>
    </dgm:pt>
    <dgm:pt modelId="{0C69A2EF-9B18-4586-9932-B4C0A5D29C16}" type="pres">
      <dgm:prSet presAssocID="{BD8C2C18-B67B-4FCF-B125-35667D2D20C0}" presName="connectorText" presStyleLbl="sibTrans1D1" presStyleIdx="2" presStyleCnt="5"/>
      <dgm:spPr/>
    </dgm:pt>
    <dgm:pt modelId="{CABCA47A-D1B6-43CE-A195-066368972A48}" type="pres">
      <dgm:prSet presAssocID="{BB8CC9B5-2A6A-4408-956B-3F2064EC0715}" presName="node" presStyleLbl="node1" presStyleIdx="3" presStyleCnt="6">
        <dgm:presLayoutVars>
          <dgm:bulletEnabled val="1"/>
        </dgm:presLayoutVars>
      </dgm:prSet>
      <dgm:spPr/>
    </dgm:pt>
    <dgm:pt modelId="{225AE873-E4AC-4A0A-A001-6ABE48241E61}" type="pres">
      <dgm:prSet presAssocID="{C6F4238E-0DFC-42E5-A9D7-658EA3FAB391}" presName="sibTrans" presStyleLbl="sibTrans1D1" presStyleIdx="3" presStyleCnt="5"/>
      <dgm:spPr/>
    </dgm:pt>
    <dgm:pt modelId="{0D79D70A-19D9-4952-9867-CEAB593B60DC}" type="pres">
      <dgm:prSet presAssocID="{C6F4238E-0DFC-42E5-A9D7-658EA3FAB391}" presName="connectorText" presStyleLbl="sibTrans1D1" presStyleIdx="3" presStyleCnt="5"/>
      <dgm:spPr/>
    </dgm:pt>
    <dgm:pt modelId="{8BCBB6F9-7D99-47DE-898F-6CBE694D2DD6}" type="pres">
      <dgm:prSet presAssocID="{F5C7BB77-6B74-468E-99D5-7EF4EEE2AA62}" presName="node" presStyleLbl="node1" presStyleIdx="4" presStyleCnt="6">
        <dgm:presLayoutVars>
          <dgm:bulletEnabled val="1"/>
        </dgm:presLayoutVars>
      </dgm:prSet>
      <dgm:spPr/>
    </dgm:pt>
    <dgm:pt modelId="{C083F929-90CB-43DA-A711-915A5F47D54E}" type="pres">
      <dgm:prSet presAssocID="{FCE536EE-DC7C-4186-868F-DD2F54FED880}" presName="sibTrans" presStyleLbl="sibTrans1D1" presStyleIdx="4" presStyleCnt="5"/>
      <dgm:spPr/>
    </dgm:pt>
    <dgm:pt modelId="{E08038ED-97B2-4E50-AE7A-21D5EFCC126D}" type="pres">
      <dgm:prSet presAssocID="{FCE536EE-DC7C-4186-868F-DD2F54FED880}" presName="connectorText" presStyleLbl="sibTrans1D1" presStyleIdx="4" presStyleCnt="5"/>
      <dgm:spPr/>
    </dgm:pt>
    <dgm:pt modelId="{BB3CD674-BC41-4D3B-8321-47651396CA8C}" type="pres">
      <dgm:prSet presAssocID="{06FD242D-C662-473A-A76B-06298CA7C0E9}" presName="node" presStyleLbl="node1" presStyleIdx="5" presStyleCnt="6">
        <dgm:presLayoutVars>
          <dgm:bulletEnabled val="1"/>
        </dgm:presLayoutVars>
      </dgm:prSet>
      <dgm:spPr/>
    </dgm:pt>
  </dgm:ptLst>
  <dgm:cxnLst>
    <dgm:cxn modelId="{7F001909-1D78-44A1-BECC-5E137A4FF3E0}" srcId="{49011DB7-ADE8-4952-AD56-180A40868424}" destId="{D2694FD9-800B-4E47-8E6D-165DFCD268B7}" srcOrd="0" destOrd="0" parTransId="{C633867A-2721-49EC-A429-2B1F7B7BBFA1}" sibTransId="{71A90867-289C-4F28-9B59-D1D67846094D}"/>
    <dgm:cxn modelId="{C330DB13-4923-499D-93C6-BB86EC04AF21}" type="presOf" srcId="{71A90867-289C-4F28-9B59-D1D67846094D}" destId="{B4BD3C18-AB46-4267-9B00-236D34D8DBC4}" srcOrd="1" destOrd="0" presId="urn:microsoft.com/office/officeart/2016/7/layout/RepeatingBendingProcessNew"/>
    <dgm:cxn modelId="{6784E014-90AF-4E65-A360-DD3551470936}" type="presOf" srcId="{06FD242D-C662-473A-A76B-06298CA7C0E9}" destId="{BB3CD674-BC41-4D3B-8321-47651396CA8C}" srcOrd="0" destOrd="0" presId="urn:microsoft.com/office/officeart/2016/7/layout/RepeatingBendingProcessNew"/>
    <dgm:cxn modelId="{84594C27-CB4B-497C-A6A5-2F410B3A54D3}" type="presOf" srcId="{BD8C2C18-B67B-4FCF-B125-35667D2D20C0}" destId="{0C69A2EF-9B18-4586-9932-B4C0A5D29C16}" srcOrd="1" destOrd="0" presId="urn:microsoft.com/office/officeart/2016/7/layout/RepeatingBendingProcessNew"/>
    <dgm:cxn modelId="{58133F2C-F4CA-4670-BAA5-2F7937AAD0C8}" srcId="{49011DB7-ADE8-4952-AD56-180A40868424}" destId="{7E1D2B7B-E32B-4BAD-94BF-B5A0EB600641}" srcOrd="2" destOrd="0" parTransId="{343F0D81-481B-4351-9088-41FD7EFC08B4}" sibTransId="{BD8C2C18-B67B-4FCF-B125-35667D2D20C0}"/>
    <dgm:cxn modelId="{4A31F33A-6810-48BF-89EE-999B9AFDC20A}" type="presOf" srcId="{71A90867-289C-4F28-9B59-D1D67846094D}" destId="{77BE9F23-A6EF-4D51-B7C0-06F0942FC1A2}" srcOrd="0" destOrd="0" presId="urn:microsoft.com/office/officeart/2016/7/layout/RepeatingBendingProcessNew"/>
    <dgm:cxn modelId="{4EC12D47-FEBB-4B65-8132-FCF8B040824B}" type="presOf" srcId="{F5C7BB77-6B74-468E-99D5-7EF4EEE2AA62}" destId="{8BCBB6F9-7D99-47DE-898F-6CBE694D2DD6}" srcOrd="0" destOrd="0" presId="urn:microsoft.com/office/officeart/2016/7/layout/RepeatingBendingProcessNew"/>
    <dgm:cxn modelId="{7216674D-0A69-452C-9F84-7D957F8CD14D}" type="presOf" srcId="{FCE536EE-DC7C-4186-868F-DD2F54FED880}" destId="{E08038ED-97B2-4E50-AE7A-21D5EFCC126D}" srcOrd="1" destOrd="0" presId="urn:microsoft.com/office/officeart/2016/7/layout/RepeatingBendingProcessNew"/>
    <dgm:cxn modelId="{9802C24D-B406-4AF1-B87E-C23997297F60}" type="presOf" srcId="{BB8CC9B5-2A6A-4408-956B-3F2064EC0715}" destId="{CABCA47A-D1B6-43CE-A195-066368972A48}" srcOrd="0" destOrd="0" presId="urn:microsoft.com/office/officeart/2016/7/layout/RepeatingBendingProcessNew"/>
    <dgm:cxn modelId="{84FC2D52-F5D4-4994-8CFA-33D6225E7800}" type="presOf" srcId="{FCE536EE-DC7C-4186-868F-DD2F54FED880}" destId="{C083F929-90CB-43DA-A711-915A5F47D54E}" srcOrd="0" destOrd="0" presId="urn:microsoft.com/office/officeart/2016/7/layout/RepeatingBendingProcessNew"/>
    <dgm:cxn modelId="{860E3776-A0FA-44FF-A2B3-0D709F9B4CB6}" type="presOf" srcId="{7E1D2B7B-E32B-4BAD-94BF-B5A0EB600641}" destId="{D51E7474-5EE8-4EFC-9E74-6E976BDC7821}" srcOrd="0" destOrd="0" presId="urn:microsoft.com/office/officeart/2016/7/layout/RepeatingBendingProcessNew"/>
    <dgm:cxn modelId="{A58C8A5A-217D-4424-8D06-4D138F5F6D10}" type="presOf" srcId="{C6F4238E-0DFC-42E5-A9D7-658EA3FAB391}" destId="{225AE873-E4AC-4A0A-A001-6ABE48241E61}" srcOrd="0" destOrd="0" presId="urn:microsoft.com/office/officeart/2016/7/layout/RepeatingBendingProcessNew"/>
    <dgm:cxn modelId="{32191A8B-95D1-4CD2-923F-E3100AE90237}" type="presOf" srcId="{B2F5DF33-1FD8-4D59-99E3-12FE06156109}" destId="{8AC9C08A-7A29-4408-A91D-BC81F1B614DF}" srcOrd="0" destOrd="0" presId="urn:microsoft.com/office/officeart/2016/7/layout/RepeatingBendingProcessNew"/>
    <dgm:cxn modelId="{5882B996-195F-4789-93C8-3E4EC3417CD0}" type="presOf" srcId="{C6F4238E-0DFC-42E5-A9D7-658EA3FAB391}" destId="{0D79D70A-19D9-4952-9867-CEAB593B60DC}" srcOrd="1" destOrd="0" presId="urn:microsoft.com/office/officeart/2016/7/layout/RepeatingBendingProcessNew"/>
    <dgm:cxn modelId="{FBA8CC99-F156-4EC6-B797-AB0369C97900}" type="presOf" srcId="{BD8C2C18-B67B-4FCF-B125-35667D2D20C0}" destId="{4262570D-EC0C-4355-A92D-8AE61C297F7A}" srcOrd="0" destOrd="0" presId="urn:microsoft.com/office/officeart/2016/7/layout/RepeatingBendingProcessNew"/>
    <dgm:cxn modelId="{AD739FAE-2047-445A-87D1-D7817373EB75}" srcId="{49011DB7-ADE8-4952-AD56-180A40868424}" destId="{06FD242D-C662-473A-A76B-06298CA7C0E9}" srcOrd="5" destOrd="0" parTransId="{9DB28FB2-7A54-48F5-91E9-C3F69492831A}" sibTransId="{D15CACF4-2C7F-4769-828F-C75E2A49019C}"/>
    <dgm:cxn modelId="{CCD82EB0-A2D7-422B-87DC-465C0C8153F1}" srcId="{49011DB7-ADE8-4952-AD56-180A40868424}" destId="{F5C7BB77-6B74-468E-99D5-7EF4EEE2AA62}" srcOrd="4" destOrd="0" parTransId="{08724190-119C-4913-92E0-92977BE7D180}" sibTransId="{FCE536EE-DC7C-4186-868F-DD2F54FED880}"/>
    <dgm:cxn modelId="{C765E5B4-FDDE-4D24-AF9B-399001BFF743}" type="presOf" srcId="{D2694FD9-800B-4E47-8E6D-165DFCD268B7}" destId="{63A35E57-54EB-469C-B4F2-AE2AD5BFCC7B}" srcOrd="0" destOrd="0" presId="urn:microsoft.com/office/officeart/2016/7/layout/RepeatingBendingProcessNew"/>
    <dgm:cxn modelId="{FA5C50C9-5CD0-414C-94A2-3A89C9DC40FE}" type="presOf" srcId="{1C7D176A-1645-40E3-8BF1-615DFA957310}" destId="{DE32CB2B-594F-472B-8684-9C06FB57F595}" srcOrd="0" destOrd="0" presId="urn:microsoft.com/office/officeart/2016/7/layout/RepeatingBendingProcessNew"/>
    <dgm:cxn modelId="{1A12D5D0-E18F-457E-B26B-59C45CFCD167}" srcId="{49011DB7-ADE8-4952-AD56-180A40868424}" destId="{BB8CC9B5-2A6A-4408-956B-3F2064EC0715}" srcOrd="3" destOrd="0" parTransId="{C8BC84BF-41F5-469A-9D78-FD82A62CD840}" sibTransId="{C6F4238E-0DFC-42E5-A9D7-658EA3FAB391}"/>
    <dgm:cxn modelId="{704C31DD-07A3-4713-B78D-A6AE4BFFF0EC}" srcId="{49011DB7-ADE8-4952-AD56-180A40868424}" destId="{B2F5DF33-1FD8-4D59-99E3-12FE06156109}" srcOrd="1" destOrd="0" parTransId="{B7392B33-0936-46CB-BF2E-76A39EB4239C}" sibTransId="{1C7D176A-1645-40E3-8BF1-615DFA957310}"/>
    <dgm:cxn modelId="{4301A0DD-9292-4D0F-98CB-7A4394FE1129}" type="presOf" srcId="{1C7D176A-1645-40E3-8BF1-615DFA957310}" destId="{39EE7E60-C975-48C4-98D5-CE898F9A74FB}" srcOrd="1" destOrd="0" presId="urn:microsoft.com/office/officeart/2016/7/layout/RepeatingBendingProcessNew"/>
    <dgm:cxn modelId="{79940EED-72AA-435F-B4D6-8C09763835F3}" type="presOf" srcId="{49011DB7-ADE8-4952-AD56-180A40868424}" destId="{36119B06-A411-4A14-A48E-01EA885E517F}" srcOrd="0" destOrd="0" presId="urn:microsoft.com/office/officeart/2016/7/layout/RepeatingBendingProcessNew"/>
    <dgm:cxn modelId="{CA37B7DC-9229-4C38-ADE7-68FE9BD9043C}" type="presParOf" srcId="{36119B06-A411-4A14-A48E-01EA885E517F}" destId="{63A35E57-54EB-469C-B4F2-AE2AD5BFCC7B}" srcOrd="0" destOrd="0" presId="urn:microsoft.com/office/officeart/2016/7/layout/RepeatingBendingProcessNew"/>
    <dgm:cxn modelId="{EED4F67C-C431-4121-B217-19ADBB1CCBD7}" type="presParOf" srcId="{36119B06-A411-4A14-A48E-01EA885E517F}" destId="{77BE9F23-A6EF-4D51-B7C0-06F0942FC1A2}" srcOrd="1" destOrd="0" presId="urn:microsoft.com/office/officeart/2016/7/layout/RepeatingBendingProcessNew"/>
    <dgm:cxn modelId="{F126C0F2-1F5E-4B69-88EE-3015F6BC4B2F}" type="presParOf" srcId="{77BE9F23-A6EF-4D51-B7C0-06F0942FC1A2}" destId="{B4BD3C18-AB46-4267-9B00-236D34D8DBC4}" srcOrd="0" destOrd="0" presId="urn:microsoft.com/office/officeart/2016/7/layout/RepeatingBendingProcessNew"/>
    <dgm:cxn modelId="{777F02B0-06AA-4C2B-9C13-7AA90FFBB458}" type="presParOf" srcId="{36119B06-A411-4A14-A48E-01EA885E517F}" destId="{8AC9C08A-7A29-4408-A91D-BC81F1B614DF}" srcOrd="2" destOrd="0" presId="urn:microsoft.com/office/officeart/2016/7/layout/RepeatingBendingProcessNew"/>
    <dgm:cxn modelId="{AC98DABB-8FF3-43AE-B383-4BB646B653A0}" type="presParOf" srcId="{36119B06-A411-4A14-A48E-01EA885E517F}" destId="{DE32CB2B-594F-472B-8684-9C06FB57F595}" srcOrd="3" destOrd="0" presId="urn:microsoft.com/office/officeart/2016/7/layout/RepeatingBendingProcessNew"/>
    <dgm:cxn modelId="{0967BABE-675F-40B2-AC5A-4DA08F1F322D}" type="presParOf" srcId="{DE32CB2B-594F-472B-8684-9C06FB57F595}" destId="{39EE7E60-C975-48C4-98D5-CE898F9A74FB}" srcOrd="0" destOrd="0" presId="urn:microsoft.com/office/officeart/2016/7/layout/RepeatingBendingProcessNew"/>
    <dgm:cxn modelId="{E1C93002-6FF9-4FB7-8B13-B38B4C027543}" type="presParOf" srcId="{36119B06-A411-4A14-A48E-01EA885E517F}" destId="{D51E7474-5EE8-4EFC-9E74-6E976BDC7821}" srcOrd="4" destOrd="0" presId="urn:microsoft.com/office/officeart/2016/7/layout/RepeatingBendingProcessNew"/>
    <dgm:cxn modelId="{3DC9E353-3511-47E6-AC25-E21828B6DF88}" type="presParOf" srcId="{36119B06-A411-4A14-A48E-01EA885E517F}" destId="{4262570D-EC0C-4355-A92D-8AE61C297F7A}" srcOrd="5" destOrd="0" presId="urn:microsoft.com/office/officeart/2016/7/layout/RepeatingBendingProcessNew"/>
    <dgm:cxn modelId="{B301C7DD-6E25-4604-B54F-2FEC66DE991B}" type="presParOf" srcId="{4262570D-EC0C-4355-A92D-8AE61C297F7A}" destId="{0C69A2EF-9B18-4586-9932-B4C0A5D29C16}" srcOrd="0" destOrd="0" presId="urn:microsoft.com/office/officeart/2016/7/layout/RepeatingBendingProcessNew"/>
    <dgm:cxn modelId="{0D5E2A7A-51E4-4DE2-A5B5-65FEE5E67CD0}" type="presParOf" srcId="{36119B06-A411-4A14-A48E-01EA885E517F}" destId="{CABCA47A-D1B6-43CE-A195-066368972A48}" srcOrd="6" destOrd="0" presId="urn:microsoft.com/office/officeart/2016/7/layout/RepeatingBendingProcessNew"/>
    <dgm:cxn modelId="{CF8235EC-C14A-4AC2-B29A-A9D567C26839}" type="presParOf" srcId="{36119B06-A411-4A14-A48E-01EA885E517F}" destId="{225AE873-E4AC-4A0A-A001-6ABE48241E61}" srcOrd="7" destOrd="0" presId="urn:microsoft.com/office/officeart/2016/7/layout/RepeatingBendingProcessNew"/>
    <dgm:cxn modelId="{0C3FEB3D-AE3C-4277-BC44-25B0CB18D988}" type="presParOf" srcId="{225AE873-E4AC-4A0A-A001-6ABE48241E61}" destId="{0D79D70A-19D9-4952-9867-CEAB593B60DC}" srcOrd="0" destOrd="0" presId="urn:microsoft.com/office/officeart/2016/7/layout/RepeatingBendingProcessNew"/>
    <dgm:cxn modelId="{77B722B4-D189-478D-AC4F-445A4042BAE9}" type="presParOf" srcId="{36119B06-A411-4A14-A48E-01EA885E517F}" destId="{8BCBB6F9-7D99-47DE-898F-6CBE694D2DD6}" srcOrd="8" destOrd="0" presId="urn:microsoft.com/office/officeart/2016/7/layout/RepeatingBendingProcessNew"/>
    <dgm:cxn modelId="{B39C1BC3-3B94-4B3E-8F07-CE553F50A81D}" type="presParOf" srcId="{36119B06-A411-4A14-A48E-01EA885E517F}" destId="{C083F929-90CB-43DA-A711-915A5F47D54E}" srcOrd="9" destOrd="0" presId="urn:microsoft.com/office/officeart/2016/7/layout/RepeatingBendingProcessNew"/>
    <dgm:cxn modelId="{0C83A2F5-0666-45D4-A6CB-9EB5CEFDBBBB}" type="presParOf" srcId="{C083F929-90CB-43DA-A711-915A5F47D54E}" destId="{E08038ED-97B2-4E50-AE7A-21D5EFCC126D}" srcOrd="0" destOrd="0" presId="urn:microsoft.com/office/officeart/2016/7/layout/RepeatingBendingProcessNew"/>
    <dgm:cxn modelId="{C78B0DE0-5B59-47BE-A762-E0A859B3D1D5}" type="presParOf" srcId="{36119B06-A411-4A14-A48E-01EA885E517F}" destId="{BB3CD674-BC41-4D3B-8321-47651396CA8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12A2C-7392-4DC1-91E3-632FDBC311B1}">
      <dsp:nvSpPr>
        <dsp:cNvPr id="0" name=""/>
        <dsp:cNvSpPr/>
      </dsp:nvSpPr>
      <dsp:spPr>
        <a:xfrm>
          <a:off x="828914" y="1156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5229C-0575-4C0C-9669-79A86D4D657D}">
      <dsp:nvSpPr>
        <dsp:cNvPr id="0" name=""/>
        <dsp:cNvSpPr/>
      </dsp:nvSpPr>
      <dsp:spPr>
        <a:xfrm>
          <a:off x="333914" y="224866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Quality assurance – Producers of goods (e.g. factories, farms, etc.) need a way to ensure that they are producing quality goods</a:t>
          </a:r>
        </a:p>
      </dsp:txBody>
      <dsp:txXfrm>
        <a:off x="333914" y="2248668"/>
        <a:ext cx="1800000" cy="787500"/>
      </dsp:txXfrm>
    </dsp:sp>
    <dsp:sp modelId="{E2BDC9A3-7B90-464A-B234-F118E4DB329F}">
      <dsp:nvSpPr>
        <dsp:cNvPr id="0" name=""/>
        <dsp:cNvSpPr/>
      </dsp:nvSpPr>
      <dsp:spPr>
        <a:xfrm>
          <a:off x="2943914" y="1156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4E04B-4683-4F6D-B4DB-0A0747DC8994}">
      <dsp:nvSpPr>
        <dsp:cNvPr id="0" name=""/>
        <dsp:cNvSpPr/>
      </dsp:nvSpPr>
      <dsp:spPr>
        <a:xfrm>
          <a:off x="2448914" y="224866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Many producers make a variety of goods, sometimes on the same site or location</a:t>
          </a:r>
        </a:p>
      </dsp:txBody>
      <dsp:txXfrm>
        <a:off x="2448914" y="2248668"/>
        <a:ext cx="1800000" cy="787500"/>
      </dsp:txXfrm>
    </dsp:sp>
    <dsp:sp modelId="{AE17BAAF-654B-4425-98D7-849D306012FA}">
      <dsp:nvSpPr>
        <dsp:cNvPr id="0" name=""/>
        <dsp:cNvSpPr/>
      </dsp:nvSpPr>
      <dsp:spPr>
        <a:xfrm>
          <a:off x="5058914" y="1156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3B41D-A1B9-487D-935C-0C89994FB741}">
      <dsp:nvSpPr>
        <dsp:cNvPr id="0" name=""/>
        <dsp:cNvSpPr/>
      </dsp:nvSpPr>
      <dsp:spPr>
        <a:xfrm>
          <a:off x="4563914" y="224866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Could benefit from a machine learning model that can visually identify anomalous (bad) goods</a:t>
          </a:r>
        </a:p>
      </dsp:txBody>
      <dsp:txXfrm>
        <a:off x="4563914" y="2248668"/>
        <a:ext cx="1800000" cy="787500"/>
      </dsp:txXfrm>
    </dsp:sp>
    <dsp:sp modelId="{B2C90532-BE44-4EC4-893D-F07F7C0E8231}">
      <dsp:nvSpPr>
        <dsp:cNvPr id="0" name=""/>
        <dsp:cNvSpPr/>
      </dsp:nvSpPr>
      <dsp:spPr>
        <a:xfrm>
          <a:off x="7173914" y="1156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5F220-FF5D-425F-ABE6-7936CD05BB95}">
      <dsp:nvSpPr>
        <dsp:cNvPr id="0" name=""/>
        <dsp:cNvSpPr/>
      </dsp:nvSpPr>
      <dsp:spPr>
        <a:xfrm>
          <a:off x="6678914" y="224866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would have to learn to adapt to new categories without forgetting old ones</a:t>
          </a:r>
        </a:p>
      </dsp:txBody>
      <dsp:txXfrm>
        <a:off x="6678914" y="2248668"/>
        <a:ext cx="1800000" cy="787500"/>
      </dsp:txXfrm>
    </dsp:sp>
    <dsp:sp modelId="{E8ABE83A-764F-40BE-AEB4-4B0E831631C1}">
      <dsp:nvSpPr>
        <dsp:cNvPr id="0" name=""/>
        <dsp:cNvSpPr/>
      </dsp:nvSpPr>
      <dsp:spPr>
        <a:xfrm>
          <a:off x="9288914" y="1156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1D039-6ADA-446F-9A09-17DDCCCD61B0}">
      <dsp:nvSpPr>
        <dsp:cNvPr id="0" name=""/>
        <dsp:cNvSpPr/>
      </dsp:nvSpPr>
      <dsp:spPr>
        <a:xfrm>
          <a:off x="8793914" y="224866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Embedded device with small model could quickly train and infer</a:t>
          </a:r>
        </a:p>
      </dsp:txBody>
      <dsp:txXfrm>
        <a:off x="8793914" y="2248668"/>
        <a:ext cx="1800000" cy="78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BAB0B-A4AC-4A20-92F0-1962DD4AC5FA}">
      <dsp:nvSpPr>
        <dsp:cNvPr id="0" name=""/>
        <dsp:cNvSpPr/>
      </dsp:nvSpPr>
      <dsp:spPr>
        <a:xfrm>
          <a:off x="7438" y="725929"/>
          <a:ext cx="2544259" cy="76327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</a:t>
          </a:r>
        </a:p>
      </dsp:txBody>
      <dsp:txXfrm>
        <a:off x="7438" y="725929"/>
        <a:ext cx="2544259" cy="763277"/>
      </dsp:txXfrm>
    </dsp:sp>
    <dsp:sp modelId="{72AF5CED-1D9C-47D4-9D9A-1B71ECEE72DD}">
      <dsp:nvSpPr>
        <dsp:cNvPr id="0" name=""/>
        <dsp:cNvSpPr/>
      </dsp:nvSpPr>
      <dsp:spPr>
        <a:xfrm>
          <a:off x="7438" y="1489207"/>
          <a:ext cx="2544259" cy="21362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a visual anomaly detection model for detecting defects using an Autoencoder design</a:t>
          </a:r>
        </a:p>
      </dsp:txBody>
      <dsp:txXfrm>
        <a:off x="7438" y="1489207"/>
        <a:ext cx="2544259" cy="2136200"/>
      </dsp:txXfrm>
    </dsp:sp>
    <dsp:sp modelId="{5720D117-8394-487E-9856-D53D7E7C3C04}">
      <dsp:nvSpPr>
        <dsp:cNvPr id="0" name=""/>
        <dsp:cNvSpPr/>
      </dsp:nvSpPr>
      <dsp:spPr>
        <a:xfrm>
          <a:off x="2659592" y="725929"/>
          <a:ext cx="2544259" cy="76327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Implement</a:t>
          </a:r>
        </a:p>
      </dsp:txBody>
      <dsp:txXfrm>
        <a:off x="2659592" y="725929"/>
        <a:ext cx="2544259" cy="763277"/>
      </dsp:txXfrm>
    </dsp:sp>
    <dsp:sp modelId="{4A5DE08C-5F69-461E-90C7-F8BE5E032DA3}">
      <dsp:nvSpPr>
        <dsp:cNvPr id="0" name=""/>
        <dsp:cNvSpPr/>
      </dsp:nvSpPr>
      <dsp:spPr>
        <a:xfrm>
          <a:off x="2659592" y="1489207"/>
          <a:ext cx="2544259" cy="21362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 Latent Replay-based Continual Learning on the visual detection model</a:t>
          </a:r>
        </a:p>
      </dsp:txBody>
      <dsp:txXfrm>
        <a:off x="2659592" y="1489207"/>
        <a:ext cx="2544259" cy="2136200"/>
      </dsp:txXfrm>
    </dsp:sp>
    <dsp:sp modelId="{62592AB3-6238-4277-B06D-4D12603AE848}">
      <dsp:nvSpPr>
        <dsp:cNvPr id="0" name=""/>
        <dsp:cNvSpPr/>
      </dsp:nvSpPr>
      <dsp:spPr>
        <a:xfrm>
          <a:off x="5311747" y="725929"/>
          <a:ext cx="2544259" cy="76327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Measure</a:t>
          </a:r>
        </a:p>
      </dsp:txBody>
      <dsp:txXfrm>
        <a:off x="5311747" y="725929"/>
        <a:ext cx="2544259" cy="763277"/>
      </dsp:txXfrm>
    </dsp:sp>
    <dsp:sp modelId="{99EEB87A-5D0B-44E2-84CB-BA8F00C1BC01}">
      <dsp:nvSpPr>
        <dsp:cNvPr id="0" name=""/>
        <dsp:cNvSpPr/>
      </dsp:nvSpPr>
      <dsp:spPr>
        <a:xfrm>
          <a:off x="5311747" y="1489207"/>
          <a:ext cx="2544259" cy="21362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Measure the viability of Latent Replay on Autoencoder-based Anomaly Detection model</a:t>
          </a:r>
        </a:p>
      </dsp:txBody>
      <dsp:txXfrm>
        <a:off x="5311747" y="1489207"/>
        <a:ext cx="2544259" cy="2136200"/>
      </dsp:txXfrm>
    </dsp:sp>
    <dsp:sp modelId="{4E743C1F-2C87-4BA9-A044-7B41B6662F77}">
      <dsp:nvSpPr>
        <dsp:cNvPr id="0" name=""/>
        <dsp:cNvSpPr/>
      </dsp:nvSpPr>
      <dsp:spPr>
        <a:xfrm>
          <a:off x="7963901" y="725929"/>
          <a:ext cx="2544259" cy="76327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Determine</a:t>
          </a:r>
        </a:p>
      </dsp:txBody>
      <dsp:txXfrm>
        <a:off x="7963901" y="725929"/>
        <a:ext cx="2544259" cy="763277"/>
      </dsp:txXfrm>
    </dsp:sp>
    <dsp:sp modelId="{092EA07A-5E64-401C-8658-B902B46B4C1E}">
      <dsp:nvSpPr>
        <dsp:cNvPr id="0" name=""/>
        <dsp:cNvSpPr/>
      </dsp:nvSpPr>
      <dsp:spPr>
        <a:xfrm>
          <a:off x="7963901" y="1489207"/>
          <a:ext cx="2544259" cy="21362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Determine the viability of running the design on an embedded device (Raspberry Pi 5)</a:t>
          </a:r>
        </a:p>
      </dsp:txBody>
      <dsp:txXfrm>
        <a:off x="7963901" y="1489207"/>
        <a:ext cx="2544259" cy="21362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A8E98-8129-4074-9D5C-94D3BA348A18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Standard dataset for testing Anomaly Detection </a:t>
          </a:r>
        </a:p>
      </dsp:txBody>
      <dsp:txXfrm>
        <a:off x="48547" y="145256"/>
        <a:ext cx="6569739" cy="897406"/>
      </dsp:txXfrm>
    </dsp:sp>
    <dsp:sp modelId="{61C97454-3314-42B3-934C-BCA8739DB67B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15 Different categories for training and testing; Mix of different objects and materials</a:t>
          </a:r>
        </a:p>
      </dsp:txBody>
      <dsp:txXfrm>
        <a:off x="48547" y="1211756"/>
        <a:ext cx="6569739" cy="897406"/>
      </dsp:txXfrm>
    </dsp:sp>
    <dsp:sp modelId="{15786196-B7E9-4AAE-8C4B-3233EF90EDE5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2-400 training images per category with no anomalies</a:t>
          </a:r>
        </a:p>
      </dsp:txBody>
      <dsp:txXfrm>
        <a:off x="48547" y="2278257"/>
        <a:ext cx="6569739" cy="897406"/>
      </dsp:txXfrm>
    </dsp:sp>
    <dsp:sp modelId="{0B79EA5A-8AE4-4333-BFFA-D1C197D5B751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Testing images have various anomalies to detect (damage, contamination)</a:t>
          </a:r>
        </a:p>
      </dsp:txBody>
      <dsp:txXfrm>
        <a:off x="48547" y="3344757"/>
        <a:ext cx="6569739" cy="897406"/>
      </dsp:txXfrm>
    </dsp:sp>
    <dsp:sp modelId="{8EF94281-C6A7-49FC-AE09-8FEFA5E62C9C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Images are at a 1024x1024 resolution, down sampled to 256x256</a:t>
          </a:r>
        </a:p>
      </dsp:txBody>
      <dsp:txXfrm>
        <a:off x="48547" y="4411257"/>
        <a:ext cx="6569739" cy="897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5A32D9-F7AB-4F1C-B5D6-0E0B613152A0}">
      <dsp:nvSpPr>
        <dsp:cNvPr id="0" name=""/>
        <dsp:cNvSpPr/>
      </dsp:nvSpPr>
      <dsp:spPr>
        <a:xfrm>
          <a:off x="997391" y="1597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 is only trained on non-anomalous inputs, anomalous inputs are saved for testing</a:t>
          </a:r>
        </a:p>
      </dsp:txBody>
      <dsp:txXfrm>
        <a:off x="1025899" y="30105"/>
        <a:ext cx="1889671" cy="916327"/>
      </dsp:txXfrm>
    </dsp:sp>
    <dsp:sp modelId="{A349CE79-C3A7-41D5-9BC8-54C7BDCF9075}">
      <dsp:nvSpPr>
        <dsp:cNvPr id="0" name=""/>
        <dsp:cNvSpPr/>
      </dsp:nvSpPr>
      <dsp:spPr>
        <a:xfrm>
          <a:off x="997391" y="1120943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Autoencoder model is split into two portions:</a:t>
          </a:r>
        </a:p>
      </dsp:txBody>
      <dsp:txXfrm>
        <a:off x="1025899" y="1149451"/>
        <a:ext cx="1889671" cy="916327"/>
      </dsp:txXfrm>
    </dsp:sp>
    <dsp:sp modelId="{33014317-A99A-47BF-95FA-F99B75114A8E}">
      <dsp:nvSpPr>
        <dsp:cNvPr id="0" name=""/>
        <dsp:cNvSpPr/>
      </dsp:nvSpPr>
      <dsp:spPr>
        <a:xfrm rot="19457599">
          <a:off x="2853945" y="1311716"/>
          <a:ext cx="95894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58941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9442" y="1303805"/>
        <a:ext cx="47947" cy="47947"/>
      </dsp:txXfrm>
    </dsp:sp>
    <dsp:sp modelId="{48AE7E1B-9980-4E15-A17A-C72519D05172}">
      <dsp:nvSpPr>
        <dsp:cNvPr id="0" name=""/>
        <dsp:cNvSpPr/>
      </dsp:nvSpPr>
      <dsp:spPr>
        <a:xfrm>
          <a:off x="3722753" y="561270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Encoder</a:t>
          </a:r>
        </a:p>
      </dsp:txBody>
      <dsp:txXfrm>
        <a:off x="3751261" y="589778"/>
        <a:ext cx="1889671" cy="916327"/>
      </dsp:txXfrm>
    </dsp:sp>
    <dsp:sp modelId="{CC2E5BD0-787F-4516-9BAB-C53748A84843}">
      <dsp:nvSpPr>
        <dsp:cNvPr id="0" name=""/>
        <dsp:cNvSpPr/>
      </dsp:nvSpPr>
      <dsp:spPr>
        <a:xfrm rot="2142401">
          <a:off x="2853945" y="1871389"/>
          <a:ext cx="95894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58941" y="160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9442" y="1863477"/>
        <a:ext cx="47947" cy="47947"/>
      </dsp:txXfrm>
    </dsp:sp>
    <dsp:sp modelId="{9905A1E8-6F17-43D2-AF13-F2124E496DBF}">
      <dsp:nvSpPr>
        <dsp:cNvPr id="0" name=""/>
        <dsp:cNvSpPr/>
      </dsp:nvSpPr>
      <dsp:spPr>
        <a:xfrm>
          <a:off x="3722753" y="1680615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Decoder</a:t>
          </a:r>
        </a:p>
      </dsp:txBody>
      <dsp:txXfrm>
        <a:off x="3751261" y="1709123"/>
        <a:ext cx="1889671" cy="916327"/>
      </dsp:txXfrm>
    </dsp:sp>
    <dsp:sp modelId="{C0EEDA19-DBC6-461E-8E1A-1BA7F3A6D1FE}">
      <dsp:nvSpPr>
        <dsp:cNvPr id="0" name=""/>
        <dsp:cNvSpPr/>
      </dsp:nvSpPr>
      <dsp:spPr>
        <a:xfrm>
          <a:off x="997391" y="2240288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Encoder compresses inputs down to base features, Decoder reconstructs image from those features</a:t>
          </a:r>
        </a:p>
      </dsp:txBody>
      <dsp:txXfrm>
        <a:off x="1025899" y="2268796"/>
        <a:ext cx="1889671" cy="916327"/>
      </dsp:txXfrm>
    </dsp:sp>
    <dsp:sp modelId="{A02B46B3-5159-415C-B0BB-15DB90A533F9}">
      <dsp:nvSpPr>
        <dsp:cNvPr id="0" name=""/>
        <dsp:cNvSpPr/>
      </dsp:nvSpPr>
      <dsp:spPr>
        <a:xfrm>
          <a:off x="997391" y="3359633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Loss is computed by the MSE between the input and output</a:t>
          </a:r>
        </a:p>
      </dsp:txBody>
      <dsp:txXfrm>
        <a:off x="1025899" y="3388141"/>
        <a:ext cx="1889671" cy="916327"/>
      </dsp:txXfrm>
    </dsp:sp>
    <dsp:sp modelId="{3DA128F3-079D-416F-A0C6-D2979EBF414D}">
      <dsp:nvSpPr>
        <dsp:cNvPr id="0" name=""/>
        <dsp:cNvSpPr/>
      </dsp:nvSpPr>
      <dsp:spPr>
        <a:xfrm>
          <a:off x="997391" y="4478978"/>
          <a:ext cx="1946687" cy="9733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Total of 2.8B MACs and 26k parameters</a:t>
          </a:r>
          <a:endParaRPr lang="en-US" sz="1200" kern="1200" dirty="0"/>
        </a:p>
      </dsp:txBody>
      <dsp:txXfrm>
        <a:off x="1025899" y="4507486"/>
        <a:ext cx="1889671" cy="9163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366EF-457E-4DD9-AF4C-58C204C76515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17F62-EF65-4016-989E-93C550CC831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training an Anomaly Detection model, what is “normal” can shift over time</a:t>
          </a:r>
        </a:p>
      </dsp:txBody>
      <dsp:txXfrm>
        <a:off x="378614" y="886531"/>
        <a:ext cx="2810360" cy="1744948"/>
      </dsp:txXfrm>
    </dsp:sp>
    <dsp:sp modelId="{DA101FF0-5066-4978-8FF3-92C46C9B5E5A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A9B38-BFCA-4AF6-9C10-23E9EFAB6A7C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Diversity of categories can also change what the model sees as normal</a:t>
          </a:r>
        </a:p>
      </dsp:txBody>
      <dsp:txXfrm>
        <a:off x="3946203" y="886531"/>
        <a:ext cx="2810360" cy="1744948"/>
      </dsp:txXfrm>
    </dsp:sp>
    <dsp:sp modelId="{0AEC4BAB-1DEB-40BA-881D-0B7073B5D232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B86EA-5773-499B-9734-7AF483703A54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trained on new non-anomalous data, the equally non-anomalous old data will be forgotten </a:t>
          </a:r>
        </a:p>
      </dsp:txBody>
      <dsp:txXfrm>
        <a:off x="7513791" y="886531"/>
        <a:ext cx="2810360" cy="17449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A948E-5210-4089-8FE0-3E4226B9B89A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D2CE4-F0A0-4787-A07C-5B29CEE5AE62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DFEE3-554D-4B06-B01E-2616E0785E8B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Stores encoded versions (latents) of old data that can be used during training</a:t>
          </a:r>
        </a:p>
      </dsp:txBody>
      <dsp:txXfrm>
        <a:off x="1059754" y="4307"/>
        <a:ext cx="5304469" cy="917536"/>
      </dsp:txXfrm>
    </dsp:sp>
    <dsp:sp modelId="{81992F9A-C2F5-4130-BBA9-0F18CA3067AB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0C7C4-1807-4CE2-AC9B-5307C95B68A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D6D61-283A-4946-8844-E1BDF28476BF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Latents save memory compared to saving raw images</a:t>
          </a:r>
        </a:p>
      </dsp:txBody>
      <dsp:txXfrm>
        <a:off x="1059754" y="1151227"/>
        <a:ext cx="5304469" cy="917536"/>
      </dsp:txXfrm>
    </dsp:sp>
    <dsp:sp modelId="{1155F4BB-50D4-4D61-9DE9-E0E237DDECF7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BFB51-384A-4D09-ABA4-729065D08D5D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DF6B4-D810-434A-82B5-0D3D00BF6335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Latents are automatically created and saved after initial training through encoder</a:t>
          </a:r>
        </a:p>
      </dsp:txBody>
      <dsp:txXfrm>
        <a:off x="1059754" y="2298147"/>
        <a:ext cx="5304469" cy="917536"/>
      </dsp:txXfrm>
    </dsp:sp>
    <dsp:sp modelId="{35D761DD-0872-40A9-BE11-6C3C42361709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12A45-82F5-4A7D-9817-0312E778076B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93EC1-48CD-4040-AE03-9CE93875D895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future training, loss on latents is computed by compared output of old, frozen decoder with new decoder</a:t>
          </a:r>
        </a:p>
      </dsp:txBody>
      <dsp:txXfrm>
        <a:off x="1059754" y="3445068"/>
        <a:ext cx="5304469" cy="917536"/>
      </dsp:txXfrm>
    </dsp:sp>
    <dsp:sp modelId="{7AFD1EC5-4931-416A-91CE-E0DDBC289D0C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059B7-9CEB-4219-B8AE-07AD7F63FB49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5846C-F847-471C-B16E-5CB44E46F766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“Resolution” of latents is determined with initial training; meaning encoder for the latents is essentially frozen</a:t>
          </a:r>
        </a:p>
      </dsp:txBody>
      <dsp:txXfrm>
        <a:off x="1059754" y="4591988"/>
        <a:ext cx="5304469" cy="9175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83C86-898E-46EA-B6C3-C95FC8E45CA4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C2A9F9-2B09-445A-A71B-25E1FD0C1E3C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 first category normally; low number of epochs to avoid overfitting the encoder to a single category</a:t>
          </a:r>
        </a:p>
      </dsp:txBody>
      <dsp:txXfrm>
        <a:off x="1228411" y="621955"/>
        <a:ext cx="1919362" cy="1919362"/>
      </dsp:txXfrm>
    </dsp:sp>
    <dsp:sp modelId="{D2FBDF44-2BF8-402B-AD9B-D5CD622F106C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Freeze the encoder; this ensures that the feature map does not drift between categories</a:t>
          </a:r>
        </a:p>
      </dsp:txBody>
      <dsp:txXfrm>
        <a:off x="3519058" y="621955"/>
        <a:ext cx="1919362" cy="1919362"/>
      </dsp:txXfrm>
    </dsp:sp>
    <dsp:sp modelId="{AE17DFE9-1119-40CD-AD0C-1B3F3F71D5F1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At higher epochs we then train subsequent categories </a:t>
          </a:r>
        </a:p>
      </dsp:txBody>
      <dsp:txXfrm>
        <a:off x="1228411" y="2912601"/>
        <a:ext cx="1919362" cy="1919362"/>
      </dsp:txXfrm>
    </dsp:sp>
    <dsp:sp modelId="{9A35338E-C7D5-421B-82E6-FC15E8189212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categories are trained at the same time the model is being retrained on the old latents</a:t>
          </a:r>
        </a:p>
      </dsp:txBody>
      <dsp:txXfrm>
        <a:off x="3519058" y="2912601"/>
        <a:ext cx="1919362" cy="19193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25538-A70B-4049-BB6A-CB186EDD44C4}">
      <dsp:nvSpPr>
        <dsp:cNvPr id="0" name=""/>
        <dsp:cNvSpPr/>
      </dsp:nvSpPr>
      <dsp:spPr>
        <a:xfrm>
          <a:off x="2705303" y="1030908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4971" y="1073523"/>
        <a:ext cx="31049" cy="6209"/>
      </dsp:txXfrm>
    </dsp:sp>
    <dsp:sp modelId="{07132401-AAA4-45FE-AAE6-68B3761775EE}">
      <dsp:nvSpPr>
        <dsp:cNvPr id="0" name=""/>
        <dsp:cNvSpPr/>
      </dsp:nvSpPr>
      <dsp:spPr>
        <a:xfrm>
          <a:off x="7172" y="266649"/>
          <a:ext cx="2699931" cy="16199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New images are fed through frozen encoder then to live decoder, MSE loss is calculated by comparing input image to reconstruction</a:t>
          </a:r>
        </a:p>
      </dsp:txBody>
      <dsp:txXfrm>
        <a:off x="7172" y="266649"/>
        <a:ext cx="2699931" cy="1619958"/>
      </dsp:txXfrm>
    </dsp:sp>
    <dsp:sp modelId="{DCE1BCBE-1735-42D4-B88D-9B11964E9DC4}">
      <dsp:nvSpPr>
        <dsp:cNvPr id="0" name=""/>
        <dsp:cNvSpPr/>
      </dsp:nvSpPr>
      <dsp:spPr>
        <a:xfrm>
          <a:off x="6026219" y="1030908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5886" y="1073523"/>
        <a:ext cx="31049" cy="6209"/>
      </dsp:txXfrm>
    </dsp:sp>
    <dsp:sp modelId="{AD4A8C54-25F4-48E8-AC1D-B92471E6D6B1}">
      <dsp:nvSpPr>
        <dsp:cNvPr id="0" name=""/>
        <dsp:cNvSpPr/>
      </dsp:nvSpPr>
      <dsp:spPr>
        <a:xfrm>
          <a:off x="3328087" y="266649"/>
          <a:ext cx="2699931" cy="1619958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Latents are passed through snapshot of decoder from training of previous category AND through live decoder</a:t>
          </a:r>
        </a:p>
      </dsp:txBody>
      <dsp:txXfrm>
        <a:off x="3328087" y="266649"/>
        <a:ext cx="2699931" cy="1619958"/>
      </dsp:txXfrm>
    </dsp:sp>
    <dsp:sp modelId="{3FAC84AC-B1B8-4E3F-88B9-8BD8C74EFCEF}">
      <dsp:nvSpPr>
        <dsp:cNvPr id="0" name=""/>
        <dsp:cNvSpPr/>
      </dsp:nvSpPr>
      <dsp:spPr>
        <a:xfrm>
          <a:off x="1357138" y="1884807"/>
          <a:ext cx="6641830" cy="590384"/>
        </a:xfrm>
        <a:custGeom>
          <a:avLst/>
          <a:gdLst/>
          <a:ahLst/>
          <a:cxnLst/>
          <a:rect l="0" t="0" r="0" b="0"/>
          <a:pathLst>
            <a:path>
              <a:moveTo>
                <a:pt x="6641830" y="0"/>
              </a:moveTo>
              <a:lnTo>
                <a:pt x="6641830" y="312292"/>
              </a:lnTo>
              <a:lnTo>
                <a:pt x="0" y="312292"/>
              </a:lnTo>
              <a:lnTo>
                <a:pt x="0" y="590384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11283" y="2176895"/>
        <a:ext cx="333539" cy="6209"/>
      </dsp:txXfrm>
    </dsp:sp>
    <dsp:sp modelId="{06A4C8D2-621C-4011-9F55-860DD6F29B7C}">
      <dsp:nvSpPr>
        <dsp:cNvPr id="0" name=""/>
        <dsp:cNvSpPr/>
      </dsp:nvSpPr>
      <dsp:spPr>
        <a:xfrm>
          <a:off x="6649003" y="266649"/>
          <a:ext cx="2699931" cy="1619958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MSE loss is calculated by comparing these two outputs</a:t>
          </a:r>
        </a:p>
      </dsp:txBody>
      <dsp:txXfrm>
        <a:off x="6649003" y="266649"/>
        <a:ext cx="2699931" cy="1619958"/>
      </dsp:txXfrm>
    </dsp:sp>
    <dsp:sp modelId="{71403115-7074-4C71-B04F-3F95B03C6097}">
      <dsp:nvSpPr>
        <dsp:cNvPr id="0" name=""/>
        <dsp:cNvSpPr/>
      </dsp:nvSpPr>
      <dsp:spPr>
        <a:xfrm>
          <a:off x="2705303" y="3271851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4971" y="3314466"/>
        <a:ext cx="31049" cy="6209"/>
      </dsp:txXfrm>
    </dsp:sp>
    <dsp:sp modelId="{A137769C-A8F4-4443-9840-B65808AF3020}">
      <dsp:nvSpPr>
        <dsp:cNvPr id="0" name=""/>
        <dsp:cNvSpPr/>
      </dsp:nvSpPr>
      <dsp:spPr>
        <a:xfrm>
          <a:off x="7172" y="2507592"/>
          <a:ext cx="2699931" cy="1619958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Batch size for latents 2x size of batch size for new inputs</a:t>
          </a:r>
        </a:p>
      </dsp:txBody>
      <dsp:txXfrm>
        <a:off x="7172" y="2507592"/>
        <a:ext cx="2699931" cy="1619958"/>
      </dsp:txXfrm>
    </dsp:sp>
    <dsp:sp modelId="{34949F12-C111-4C17-93BA-FC0BCA9A9BDC}">
      <dsp:nvSpPr>
        <dsp:cNvPr id="0" name=""/>
        <dsp:cNvSpPr/>
      </dsp:nvSpPr>
      <dsp:spPr>
        <a:xfrm>
          <a:off x="3328087" y="2507592"/>
          <a:ext cx="2699931" cy="161995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loss is computed as a linear combination of the new image loss and the latent loss (1:3 ratio)</a:t>
          </a:r>
        </a:p>
      </dsp:txBody>
      <dsp:txXfrm>
        <a:off x="3328087" y="2507592"/>
        <a:ext cx="2699931" cy="16199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E9F23-A6EF-4D51-B7C0-06F0942FC1A2}">
      <dsp:nvSpPr>
        <dsp:cNvPr id="0" name=""/>
        <dsp:cNvSpPr/>
      </dsp:nvSpPr>
      <dsp:spPr>
        <a:xfrm>
          <a:off x="2705303" y="1030908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4971" y="1073523"/>
        <a:ext cx="31049" cy="6209"/>
      </dsp:txXfrm>
    </dsp:sp>
    <dsp:sp modelId="{63A35E57-54EB-469C-B4F2-AE2AD5BFCC7B}">
      <dsp:nvSpPr>
        <dsp:cNvPr id="0" name=""/>
        <dsp:cNvSpPr/>
      </dsp:nvSpPr>
      <dsp:spPr>
        <a:xfrm>
          <a:off x="7172" y="266649"/>
          <a:ext cx="2699931" cy="16199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Testing of the Autoencoder-based Anomaly Detection model is asymmetrical of the training process</a:t>
          </a:r>
        </a:p>
      </dsp:txBody>
      <dsp:txXfrm>
        <a:off x="7172" y="266649"/>
        <a:ext cx="2699931" cy="1619958"/>
      </dsp:txXfrm>
    </dsp:sp>
    <dsp:sp modelId="{DE32CB2B-594F-472B-8684-9C06FB57F595}">
      <dsp:nvSpPr>
        <dsp:cNvPr id="0" name=""/>
        <dsp:cNvSpPr/>
      </dsp:nvSpPr>
      <dsp:spPr>
        <a:xfrm>
          <a:off x="6026219" y="1030908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5886" y="1073523"/>
        <a:ext cx="31049" cy="6209"/>
      </dsp:txXfrm>
    </dsp:sp>
    <dsp:sp modelId="{8AC9C08A-7A29-4408-A91D-BC81F1B614DF}">
      <dsp:nvSpPr>
        <dsp:cNvPr id="0" name=""/>
        <dsp:cNvSpPr/>
      </dsp:nvSpPr>
      <dsp:spPr>
        <a:xfrm>
          <a:off x="3328087" y="266649"/>
          <a:ext cx="2699931" cy="1619958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Input and output subtracted and squared to create MSE map</a:t>
          </a:r>
        </a:p>
      </dsp:txBody>
      <dsp:txXfrm>
        <a:off x="3328087" y="266649"/>
        <a:ext cx="2699931" cy="1619958"/>
      </dsp:txXfrm>
    </dsp:sp>
    <dsp:sp modelId="{4262570D-EC0C-4355-A92D-8AE61C297F7A}">
      <dsp:nvSpPr>
        <dsp:cNvPr id="0" name=""/>
        <dsp:cNvSpPr/>
      </dsp:nvSpPr>
      <dsp:spPr>
        <a:xfrm>
          <a:off x="1357138" y="1884807"/>
          <a:ext cx="6641830" cy="590384"/>
        </a:xfrm>
        <a:custGeom>
          <a:avLst/>
          <a:gdLst/>
          <a:ahLst/>
          <a:cxnLst/>
          <a:rect l="0" t="0" r="0" b="0"/>
          <a:pathLst>
            <a:path>
              <a:moveTo>
                <a:pt x="6641830" y="0"/>
              </a:moveTo>
              <a:lnTo>
                <a:pt x="6641830" y="312292"/>
              </a:lnTo>
              <a:lnTo>
                <a:pt x="0" y="312292"/>
              </a:lnTo>
              <a:lnTo>
                <a:pt x="0" y="590384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11283" y="2176895"/>
        <a:ext cx="333539" cy="6209"/>
      </dsp:txXfrm>
    </dsp:sp>
    <dsp:sp modelId="{D51E7474-5EE8-4EFC-9E74-6E976BDC7821}">
      <dsp:nvSpPr>
        <dsp:cNvPr id="0" name=""/>
        <dsp:cNvSpPr/>
      </dsp:nvSpPr>
      <dsp:spPr>
        <a:xfrm>
          <a:off x="6649003" y="266649"/>
          <a:ext cx="2699931" cy="1619958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8x8 window scans the MSE map, testing loss is chosen to be the 8x8 portion with the highest loss</a:t>
          </a:r>
        </a:p>
      </dsp:txBody>
      <dsp:txXfrm>
        <a:off x="6649003" y="266649"/>
        <a:ext cx="2699931" cy="1619958"/>
      </dsp:txXfrm>
    </dsp:sp>
    <dsp:sp modelId="{225AE873-E4AC-4A0A-A001-6ABE48241E61}">
      <dsp:nvSpPr>
        <dsp:cNvPr id="0" name=""/>
        <dsp:cNvSpPr/>
      </dsp:nvSpPr>
      <dsp:spPr>
        <a:xfrm>
          <a:off x="2705303" y="3271851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84971" y="3314466"/>
        <a:ext cx="31049" cy="6209"/>
      </dsp:txXfrm>
    </dsp:sp>
    <dsp:sp modelId="{CABCA47A-D1B6-43CE-A195-066368972A48}">
      <dsp:nvSpPr>
        <dsp:cNvPr id="0" name=""/>
        <dsp:cNvSpPr/>
      </dsp:nvSpPr>
      <dsp:spPr>
        <a:xfrm>
          <a:off x="7172" y="2507592"/>
          <a:ext cx="2699931" cy="1619958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Testing is done per category</a:t>
          </a:r>
        </a:p>
      </dsp:txBody>
      <dsp:txXfrm>
        <a:off x="7172" y="2507592"/>
        <a:ext cx="2699931" cy="1619958"/>
      </dsp:txXfrm>
    </dsp:sp>
    <dsp:sp modelId="{C083F929-90CB-43DA-A711-915A5F47D54E}">
      <dsp:nvSpPr>
        <dsp:cNvPr id="0" name=""/>
        <dsp:cNvSpPr/>
      </dsp:nvSpPr>
      <dsp:spPr>
        <a:xfrm>
          <a:off x="6026219" y="3271851"/>
          <a:ext cx="5903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0384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5886" y="3314466"/>
        <a:ext cx="31049" cy="6209"/>
      </dsp:txXfrm>
    </dsp:sp>
    <dsp:sp modelId="{8BCBB6F9-7D99-47DE-898F-6CBE694D2DD6}">
      <dsp:nvSpPr>
        <dsp:cNvPr id="0" name=""/>
        <dsp:cNvSpPr/>
      </dsp:nvSpPr>
      <dsp:spPr>
        <a:xfrm>
          <a:off x="3328087" y="2507592"/>
          <a:ext cx="2699931" cy="1619958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performance of a category is calculated using its AUC</a:t>
          </a:r>
        </a:p>
      </dsp:txBody>
      <dsp:txXfrm>
        <a:off x="3328087" y="2507592"/>
        <a:ext cx="2699931" cy="1619958"/>
      </dsp:txXfrm>
    </dsp:sp>
    <dsp:sp modelId="{BB3CD674-BC41-4D3B-8321-47651396CA8C}">
      <dsp:nvSpPr>
        <dsp:cNvPr id="0" name=""/>
        <dsp:cNvSpPr/>
      </dsp:nvSpPr>
      <dsp:spPr>
        <a:xfrm>
          <a:off x="6649003" y="2507592"/>
          <a:ext cx="2699931" cy="161995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299" tIns="138871" rIns="132299" bIns="13887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AUC is the probability that an anomaly will be correctly identified by the model</a:t>
          </a:r>
        </a:p>
      </dsp:txBody>
      <dsp:txXfrm>
        <a:off x="6649003" y="2507592"/>
        <a:ext cx="2699931" cy="1619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ECCF-CB69-8C83-8633-E73D68DB6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C9700-9CE4-53D7-6DC2-071E9725D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19CB2-D275-5CB2-101B-D9D37550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AC1F1-CF1B-8688-4225-DF94B369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E65F-E80B-AF64-816C-16CA8698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9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D446-A727-E0EC-9385-DBC3660A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B0D78-4C9F-5390-DE0D-4D7393A9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8AFF1-3EA9-52CE-9E7B-CFBC2AF7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A7306-8D72-EC46-7DBF-33BEE786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37A59-1D5F-E687-4002-642BC8E7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8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0CF8-98D4-5BAD-D9C2-AE076B84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B1100-5EB0-F16F-0C68-09F7E5141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0780E-A0CA-9C4C-930A-F6403EC9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4F9D0-6FA0-28BF-0253-BC916B3A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6F3F0-3729-B24A-627E-72A07785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8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9523-BDDD-E70B-A844-64953AE3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4439D-98AE-6F7C-76B3-2915DBCF3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26FE2-EC6C-95A4-4A7E-35598C9BF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DA32F-77A5-9167-7A5C-174162A0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A085A-7BE5-4B4B-F29B-5EAF9E5B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BACF6-8C0C-4EED-6C93-1EC59FB2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7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648-E4C4-EAEA-D1EF-05F1F82F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FB2F1-5060-BC23-C9F3-2EE77F753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B793-7BD7-411A-39E9-837732F0B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29CA7-BF1D-9A2E-B87A-78E0AF33A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8F352-52C6-83DA-7D86-A84D302AF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31836-303F-B865-2AAD-42D308CB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6E052-1ADE-B9A5-85DB-39354FF1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C4C72-F1BB-D634-3367-F9B0E66D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DED2-348D-1B41-B968-86BD131C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AC605-9F2C-CA22-F452-FD5E71563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C34D8-1B44-87EA-219D-84DFFD5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CF576-7C96-36DB-B10E-F4001444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8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56F64-03D0-3409-A973-01ACCCEA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38F24-44B4-7E4A-FE73-7A309383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D0E2E-2925-6ABE-87BB-5D1AED61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6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039E-214F-9FEB-8AC0-4F8EE6433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C4EB6-5A73-9992-1BAE-5FBD5EAEB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23AA5-1B35-185F-E43A-95BF06576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5B6E0-6BA2-C9C7-E083-5828FC7E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11C2C-5631-F16E-CFA3-23461FDD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6F008-297F-C562-4441-3DB5ACE4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2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F178-C790-CBF8-0223-9573BC70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0F1637-F22B-6918-A15F-BDB19AB3D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FDA03-2601-52B7-3F39-5D72319E5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DCCB-D429-FF8F-2E5F-840FCDBA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10464-A4E3-0409-631D-91748D69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A6385-9574-022C-183B-3DE7C935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3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7B982-A846-553D-7DE1-C7E6E46F3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7A872-BAE1-BC02-D44D-5EC7BC75C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BE445-B6D0-B791-E38F-6E893551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4A2B9-C723-B768-AEDA-902D0C0E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BAA28-F484-3769-92E8-150DA347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8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4E021-61B8-8CD4-D035-074A77720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4FE93-7F9F-3315-CF86-8821AEF30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801E4-9F0B-F67E-BA00-CCD64E0B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E97-7B5D-51FC-9A53-F65E0957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A3ED4-49C1-3E01-749B-6BE7B80F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2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4CE15-2D82-E4FF-EE6B-4EA83B33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33FDC-9347-0D1D-4F34-06EE04BA9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8FF05-5DBE-4111-B7D0-5017BC143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8CADD-2BA5-4FFF-80C0-D301565075D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B0270-24C2-2D95-6F53-64D88D785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2E6EC-3CBE-550D-A032-B604BDDAE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71851-2E07-4054-AB49-9196E05C8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73/pnas.1611835114" TargetMode="External"/><Relationship Id="rId2" Type="http://schemas.openxmlformats.org/officeDocument/2006/relationships/hyperlink" Target="https://doi.org/10.1016/j.patrec.2005.10.01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99AAA-87A6-D075-FBBA-C915BF607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Implementation of a Latent Replay-Based Visual Anomaly Detection on Raspberry Pi 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E5D24-02A4-A22F-BF5E-DABD6BAFE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sz="2000">
                <a:solidFill>
                  <a:srgbClr val="FFFFFF"/>
                </a:solidFill>
              </a:rPr>
              <a:t>Joshua Howard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ENGR 859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Spring 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7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EA582-4D11-EF59-9CF4-7A94ECDB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Motivation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7F3CC60-751E-B700-9A73-0C6A3ED9D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67216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015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73EC89-BDD8-6335-9BEB-D46CF9FE2E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9465" b="137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6364DC-B861-0ED0-E6F9-C4EBA2EA1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Research Goals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8347CB-A3A5-21EE-3781-40CCA429C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0786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5676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3F418-BF1E-ABBE-1DB7-F9C716B8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Dataset: MVTec AD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2C1796A3-3EBB-FA81-CA06-4EA09743E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40395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88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5E43-B0FA-4BEC-F510-57B2ABB3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66718-0F02-13A0-0ED5-9BBC748D2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79" y="1934295"/>
            <a:ext cx="2202712" cy="2202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C875E7-2388-3ADA-53CD-1A35B28B7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79" y="4137007"/>
            <a:ext cx="2202712" cy="2202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2751B-1916-9DAA-D88E-4766ECE01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7" y="1922832"/>
            <a:ext cx="2202712" cy="2202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782EB3-9146-05A4-5004-567F63BB53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7" y="4123883"/>
            <a:ext cx="2202712" cy="2202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4B2363-62FE-9958-2473-8CD085D0B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91" y="1812491"/>
            <a:ext cx="2202712" cy="22027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12B0C2-CF9E-F41A-C548-A8822FFBD9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91" y="4066457"/>
            <a:ext cx="2202712" cy="22027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4D7010-9FE8-D7A9-F6CC-A7209C7A40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981" y="1842591"/>
            <a:ext cx="2202712" cy="2202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81C945-FCC8-67EC-27C4-882F50FFBC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981" y="4066457"/>
            <a:ext cx="2202712" cy="22027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9EFF96-C8F3-F54D-7304-5A8CB98395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572" y="1842591"/>
            <a:ext cx="2202712" cy="22027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DE289DE-A61E-4214-C814-8C4DC86875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572" y="4066457"/>
            <a:ext cx="2202712" cy="22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7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2BB80-98F4-7D0F-D03A-6E253D7D7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Autoencoder Anomaly Detection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26EEFB-15AC-43B0-430E-F1C5FEC858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5143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43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F50EA-56F2-207F-4F8E-CCC578A1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Autoencoder Visual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7DE76-56B7-C6AE-2F70-99C451A04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98" y="660037"/>
            <a:ext cx="11108992" cy="5554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5FC0E2-2E44-D691-1240-147F6A2D12F2}"/>
              </a:ext>
            </a:extLst>
          </p:cNvPr>
          <p:cNvSpPr txBox="1"/>
          <p:nvPr/>
        </p:nvSpPr>
        <p:spPr>
          <a:xfrm>
            <a:off x="8495414" y="6222818"/>
            <a:ext cx="327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generated by ChatGPT</a:t>
            </a:r>
          </a:p>
          <a:p>
            <a:r>
              <a:rPr lang="en-US" dirty="0"/>
              <a:t>Verified by presenter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A3ABA-03CF-58C5-3207-1BCCF68F1A5D}"/>
              </a:ext>
            </a:extLst>
          </p:cNvPr>
          <p:cNvSpPr/>
          <p:nvPr/>
        </p:nvSpPr>
        <p:spPr>
          <a:xfrm>
            <a:off x="733647" y="5337544"/>
            <a:ext cx="10850855" cy="885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4E0D2-DD98-1819-6A44-D652E605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Issue: Catastrophic Forgetting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3EDEF2-38D6-860A-01D3-C6879A955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78651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23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938D1-668B-A9B0-B018-787534D6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Latent Replay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AF4514-AECC-8E9D-0571-F557979A9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56217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151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5412-02C5-4ACC-C228-09C3979D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Model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162FB-7A40-481F-E4A3-066AD82BE4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63" r="31017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75844-1E32-D445-85C2-38373800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r>
              <a:rPr lang="en-US" sz="2000"/>
              <a:t>Convolutional Autoencoder</a:t>
            </a:r>
          </a:p>
          <a:p>
            <a:r>
              <a:rPr lang="en-US" sz="2000"/>
              <a:t>Encoder: 4 Layer Convolutional network</a:t>
            </a:r>
          </a:p>
          <a:p>
            <a:r>
              <a:rPr lang="en-US" sz="2000"/>
              <a:t>Convolves each image down to a 16x16 feature map</a:t>
            </a:r>
          </a:p>
          <a:p>
            <a:r>
              <a:rPr lang="en-US" sz="2000"/>
              <a:t>These encoded inputs are the latents stored for continual training later</a:t>
            </a:r>
          </a:p>
          <a:p>
            <a:r>
              <a:rPr lang="en-US" sz="2000"/>
              <a:t>Decoder mirrors the encoder using transposed convolution operators</a:t>
            </a:r>
          </a:p>
          <a:p>
            <a:r>
              <a:rPr lang="en-US" sz="2000"/>
              <a:t>Recreates the image from the 16x16 feature map created by the encoder back to the original 256x256</a:t>
            </a:r>
          </a:p>
        </p:txBody>
      </p:sp>
    </p:spTree>
    <p:extLst>
      <p:ext uri="{BB962C8B-B14F-4D97-AF65-F5344CB8AC3E}">
        <p14:creationId xmlns:p14="http://schemas.microsoft.com/office/powerpoint/2010/main" val="43543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06798-B942-4DE3-D640-1651F257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Latent Replay Loop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EC6A06-AFAD-64B2-F279-1C2F4BA2C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29243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40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D0C86-63F0-7932-F2C4-541D1AB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8000"/>
              <a:t>Latent Replay Loop II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0C77AE-B199-BDDE-DCD7-DFBC9ED6D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535451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75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EB8EE-CB91-F2A8-8349-B9E12F6E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8000"/>
              <a:t>Testing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426D67-3353-9D53-918B-ECFFA1294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224102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595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E1ADC-BE00-9A12-0CA7-12F6723C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01638-AD5B-4AC7-2FB8-A51FBF54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We will be focusing on 5 categories in the MVTEC AD dataset: hazelnut, bottle, grid, screw, and toothbrush</a:t>
            </a:r>
          </a:p>
          <a:p>
            <a:r>
              <a:rPr lang="en-US" sz="2000"/>
              <a:t>Epochs will be set per category such that the datasets are analyzed by the model an equal amount independent of the size of the category</a:t>
            </a:r>
          </a:p>
          <a:p>
            <a:r>
              <a:rPr lang="en-US" sz="2000"/>
              <a:t>Trainings after initial will have 2x epoch to make up for Latent load</a:t>
            </a:r>
          </a:p>
          <a:p>
            <a:r>
              <a:rPr lang="en-US" sz="2000"/>
              <a:t>Comparisons between three tests will be made:</a:t>
            </a:r>
          </a:p>
          <a:p>
            <a:pPr lvl="1"/>
            <a:r>
              <a:rPr lang="en-US" sz="2000"/>
              <a:t>Individual training of categories on separate models</a:t>
            </a:r>
          </a:p>
          <a:p>
            <a:pPr lvl="1"/>
            <a:r>
              <a:rPr lang="en-US" sz="2000"/>
              <a:t>Continuous training of categories on same model with no LR</a:t>
            </a:r>
          </a:p>
          <a:p>
            <a:pPr lvl="1"/>
            <a:r>
              <a:rPr lang="en-US" sz="2000"/>
              <a:t>Continuous training of categories on same model with LR</a:t>
            </a:r>
          </a:p>
        </p:txBody>
      </p:sp>
    </p:spTree>
    <p:extLst>
      <p:ext uri="{BB962C8B-B14F-4D97-AF65-F5344CB8AC3E}">
        <p14:creationId xmlns:p14="http://schemas.microsoft.com/office/powerpoint/2010/main" val="418803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DE8EA-02D3-2555-B1B3-3021C232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Individual Training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09884C-D63F-BA05-BDE8-DEF9648E9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041852"/>
              </p:ext>
            </p:extLst>
          </p:nvPr>
        </p:nvGraphicFramePr>
        <p:xfrm>
          <a:off x="403631" y="2633472"/>
          <a:ext cx="11381693" cy="3586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546">
                  <a:extLst>
                    <a:ext uri="{9D8B030D-6E8A-4147-A177-3AD203B41FA5}">
                      <a16:colId xmlns:a16="http://schemas.microsoft.com/office/drawing/2014/main" val="2323946489"/>
                    </a:ext>
                  </a:extLst>
                </a:gridCol>
                <a:gridCol w="1953282">
                  <a:extLst>
                    <a:ext uri="{9D8B030D-6E8A-4147-A177-3AD203B41FA5}">
                      <a16:colId xmlns:a16="http://schemas.microsoft.com/office/drawing/2014/main" val="1091660060"/>
                    </a:ext>
                  </a:extLst>
                </a:gridCol>
                <a:gridCol w="1953282">
                  <a:extLst>
                    <a:ext uri="{9D8B030D-6E8A-4147-A177-3AD203B41FA5}">
                      <a16:colId xmlns:a16="http://schemas.microsoft.com/office/drawing/2014/main" val="2678268430"/>
                    </a:ext>
                  </a:extLst>
                </a:gridCol>
                <a:gridCol w="1953282">
                  <a:extLst>
                    <a:ext uri="{9D8B030D-6E8A-4147-A177-3AD203B41FA5}">
                      <a16:colId xmlns:a16="http://schemas.microsoft.com/office/drawing/2014/main" val="3116562789"/>
                    </a:ext>
                  </a:extLst>
                </a:gridCol>
                <a:gridCol w="1953282">
                  <a:extLst>
                    <a:ext uri="{9D8B030D-6E8A-4147-A177-3AD203B41FA5}">
                      <a16:colId xmlns:a16="http://schemas.microsoft.com/office/drawing/2014/main" val="245697406"/>
                    </a:ext>
                  </a:extLst>
                </a:gridCol>
                <a:gridCol w="2060019">
                  <a:extLst>
                    <a:ext uri="{9D8B030D-6E8A-4147-A177-3AD203B41FA5}">
                      <a16:colId xmlns:a16="http://schemas.microsoft.com/office/drawing/2014/main" val="808109534"/>
                    </a:ext>
                  </a:extLst>
                </a:gridCol>
              </a:tblGrid>
              <a:tr h="563570">
                <a:tc>
                  <a:txBody>
                    <a:bodyPr/>
                    <a:lstStyle/>
                    <a:p>
                      <a:endParaRPr lang="en-US" sz="2500"/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Hazelnut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Bottle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Grid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Screw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Toothbrush</a:t>
                      </a:r>
                    </a:p>
                  </a:txBody>
                  <a:tcPr marL="128084" marR="128084" marT="64042" marB="64042"/>
                </a:tc>
                <a:extLst>
                  <a:ext uri="{0D108BD9-81ED-4DB2-BD59-A6C34878D82A}">
                    <a16:rowId xmlns:a16="http://schemas.microsoft.com/office/drawing/2014/main" val="728903666"/>
                  </a:ext>
                </a:extLst>
              </a:tr>
              <a:tr h="563570">
                <a:tc>
                  <a:txBody>
                    <a:bodyPr/>
                    <a:lstStyle/>
                    <a:p>
                      <a:r>
                        <a:rPr lang="en-US" sz="2500"/>
                        <a:t>Epochs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5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8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7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6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31</a:t>
                      </a:r>
                    </a:p>
                  </a:txBody>
                  <a:tcPr marL="128084" marR="128084" marT="64042" marB="64042"/>
                </a:tc>
                <a:extLst>
                  <a:ext uri="{0D108BD9-81ED-4DB2-BD59-A6C34878D82A}">
                    <a16:rowId xmlns:a16="http://schemas.microsoft.com/office/drawing/2014/main" val="2308181057"/>
                  </a:ext>
                </a:extLst>
              </a:tr>
              <a:tr h="947822">
                <a:tc>
                  <a:txBody>
                    <a:bodyPr/>
                    <a:lstStyle/>
                    <a:p>
                      <a:r>
                        <a:rPr lang="en-US" sz="2500"/>
                        <a:t>Time to Train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102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85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89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117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167 Seconds</a:t>
                      </a:r>
                    </a:p>
                  </a:txBody>
                  <a:tcPr marL="128084" marR="128084" marT="64042" marB="64042"/>
                </a:tc>
                <a:extLst>
                  <a:ext uri="{0D108BD9-81ED-4DB2-BD59-A6C34878D82A}">
                    <a16:rowId xmlns:a16="http://schemas.microsoft.com/office/drawing/2014/main" val="3805266002"/>
                  </a:ext>
                </a:extLst>
              </a:tr>
              <a:tr h="947822">
                <a:tc>
                  <a:txBody>
                    <a:bodyPr/>
                    <a:lstStyle/>
                    <a:p>
                      <a:r>
                        <a:rPr lang="en-US" sz="2500"/>
                        <a:t>Time to Test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5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3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6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8 Seconds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4 Seconds</a:t>
                      </a:r>
                    </a:p>
                  </a:txBody>
                  <a:tcPr marL="128084" marR="128084" marT="64042" marB="64042"/>
                </a:tc>
                <a:extLst>
                  <a:ext uri="{0D108BD9-81ED-4DB2-BD59-A6C34878D82A}">
                    <a16:rowId xmlns:a16="http://schemas.microsoft.com/office/drawing/2014/main" val="2895865317"/>
                  </a:ext>
                </a:extLst>
              </a:tr>
              <a:tr h="563570">
                <a:tc>
                  <a:txBody>
                    <a:bodyPr/>
                    <a:lstStyle/>
                    <a:p>
                      <a:r>
                        <a:rPr lang="en-US" sz="2500"/>
                        <a:t>AUC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0.97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0.78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0.96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0.75</a:t>
                      </a:r>
                    </a:p>
                  </a:txBody>
                  <a:tcPr marL="128084" marR="128084" marT="64042" marB="64042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0.55</a:t>
                      </a:r>
                    </a:p>
                  </a:txBody>
                  <a:tcPr marL="128084" marR="128084" marT="64042" marB="64042"/>
                </a:tc>
                <a:extLst>
                  <a:ext uri="{0D108BD9-81ED-4DB2-BD59-A6C34878D82A}">
                    <a16:rowId xmlns:a16="http://schemas.microsoft.com/office/drawing/2014/main" val="3124685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86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73163-0F2A-82D1-3E9A-13D7A570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Continuous Training no LR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8682E8-321E-CFC5-8B6F-4226C75951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704799"/>
              </p:ext>
            </p:extLst>
          </p:nvPr>
        </p:nvGraphicFramePr>
        <p:xfrm>
          <a:off x="320040" y="2864770"/>
          <a:ext cx="11548872" cy="3123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812">
                  <a:extLst>
                    <a:ext uri="{9D8B030D-6E8A-4147-A177-3AD203B41FA5}">
                      <a16:colId xmlns:a16="http://schemas.microsoft.com/office/drawing/2014/main" val="1352043232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1331306912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3400523147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3776371179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3929537027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1553385794"/>
                    </a:ext>
                  </a:extLst>
                </a:gridCol>
              </a:tblGrid>
              <a:tr h="32264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Hazelnut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Bottle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Grid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Screw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Toothbrush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3310269389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Epochs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14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62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683258724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Time to Train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104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85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125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204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330 Seconds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3771463982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Time to Test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Seconds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3885360308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0.88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0.93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0.91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0.48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2788065908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 after Bottle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0.71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920343712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 after Grid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0.89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0.36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2426532495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 After Screw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0.79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0.42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3347106479"/>
                  </a:ext>
                </a:extLst>
              </a:tr>
              <a:tr h="542625">
                <a:tc>
                  <a:txBody>
                    <a:bodyPr/>
                    <a:lstStyle/>
                    <a:p>
                      <a:r>
                        <a:rPr lang="en-US" sz="1400"/>
                        <a:t>AUC after Toothbrush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0.77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0.36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0.64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0.99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1627628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41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1256B-6C43-669F-6E74-1089850F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Continuous Training with LR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2BE0B5-A809-18F0-D5F8-4AEC78E39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137217"/>
              </p:ext>
            </p:extLst>
          </p:nvPr>
        </p:nvGraphicFramePr>
        <p:xfrm>
          <a:off x="320040" y="2864770"/>
          <a:ext cx="11548872" cy="3123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812">
                  <a:extLst>
                    <a:ext uri="{9D8B030D-6E8A-4147-A177-3AD203B41FA5}">
                      <a16:colId xmlns:a16="http://schemas.microsoft.com/office/drawing/2014/main" val="1394359084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3070150967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2830486151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1732069906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3969438090"/>
                    </a:ext>
                  </a:extLst>
                </a:gridCol>
                <a:gridCol w="1924812">
                  <a:extLst>
                    <a:ext uri="{9D8B030D-6E8A-4147-A177-3AD203B41FA5}">
                      <a16:colId xmlns:a16="http://schemas.microsoft.com/office/drawing/2014/main" val="2816507991"/>
                    </a:ext>
                  </a:extLst>
                </a:gridCol>
              </a:tblGrid>
              <a:tr h="32264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Hazelnut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Bottle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Grid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Screw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Toothbrush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1901801959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Epochs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14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62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652067037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Time to Train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102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354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405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322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358 Seconds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2761537151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Time to Test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 Seconds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 Seconds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2415538268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0.57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0.43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0.475</a:t>
                      </a:r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615676090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 after Bottle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0.77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2371844104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 after Grid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0.94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0.67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1291225670"/>
                  </a:ext>
                </a:extLst>
              </a:tr>
              <a:tr h="322642">
                <a:tc>
                  <a:txBody>
                    <a:bodyPr/>
                    <a:lstStyle/>
                    <a:p>
                      <a:r>
                        <a:rPr lang="en-US" sz="1400"/>
                        <a:t>AUC After Screw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0.98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0.31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0.76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4238617490"/>
                  </a:ext>
                </a:extLst>
              </a:tr>
              <a:tr h="542625">
                <a:tc>
                  <a:txBody>
                    <a:bodyPr/>
                    <a:lstStyle/>
                    <a:p>
                      <a:r>
                        <a:rPr lang="en-US" sz="1400"/>
                        <a:t>AUC after Toothbrush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0.42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0.49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0.12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1.0</a:t>
                      </a:r>
                    </a:p>
                  </a:txBody>
                  <a:tcPr marL="73328" marR="73328" marT="36664" marB="366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73328" marR="73328" marT="36664" marB="36664"/>
                </a:tc>
                <a:extLst>
                  <a:ext uri="{0D108BD9-81ED-4DB2-BD59-A6C34878D82A}">
                    <a16:rowId xmlns:a16="http://schemas.microsoft.com/office/drawing/2014/main" val="3272613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24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4F3DB-6308-D708-053E-5C9E287A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3900">
                <a:solidFill>
                  <a:srgbClr val="FFFFFF"/>
                </a:solidFill>
              </a:rPr>
              <a:t>Raspberry Pi Implementation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B43FF-630D-0E42-BBAA-15BF93243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Getting the model to run on Raspberry Pi 5 2GB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Had to lower batch size from 16 to 4 due to memory constraints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The Pi is much slower than the main hardware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Epochs had to be lowered for time constraints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Settings chosen for the Pi are simulating tradeoffs needed for real-world deployment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74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822C8-168D-8001-349A-D3395301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Continuous Training on Raspberry Pi 5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DE7EC5-E45E-C8D9-F77A-7073751CAB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054811"/>
              </p:ext>
            </p:extLst>
          </p:nvPr>
        </p:nvGraphicFramePr>
        <p:xfrm>
          <a:off x="4648018" y="1070072"/>
          <a:ext cx="6900515" cy="4677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112">
                  <a:extLst>
                    <a:ext uri="{9D8B030D-6E8A-4147-A177-3AD203B41FA5}">
                      <a16:colId xmlns:a16="http://schemas.microsoft.com/office/drawing/2014/main" val="981999474"/>
                    </a:ext>
                  </a:extLst>
                </a:gridCol>
                <a:gridCol w="1080532">
                  <a:extLst>
                    <a:ext uri="{9D8B030D-6E8A-4147-A177-3AD203B41FA5}">
                      <a16:colId xmlns:a16="http://schemas.microsoft.com/office/drawing/2014/main" val="816351241"/>
                    </a:ext>
                  </a:extLst>
                </a:gridCol>
                <a:gridCol w="1069253">
                  <a:extLst>
                    <a:ext uri="{9D8B030D-6E8A-4147-A177-3AD203B41FA5}">
                      <a16:colId xmlns:a16="http://schemas.microsoft.com/office/drawing/2014/main" val="1353660745"/>
                    </a:ext>
                  </a:extLst>
                </a:gridCol>
                <a:gridCol w="1069253">
                  <a:extLst>
                    <a:ext uri="{9D8B030D-6E8A-4147-A177-3AD203B41FA5}">
                      <a16:colId xmlns:a16="http://schemas.microsoft.com/office/drawing/2014/main" val="1968535584"/>
                    </a:ext>
                  </a:extLst>
                </a:gridCol>
                <a:gridCol w="1069253">
                  <a:extLst>
                    <a:ext uri="{9D8B030D-6E8A-4147-A177-3AD203B41FA5}">
                      <a16:colId xmlns:a16="http://schemas.microsoft.com/office/drawing/2014/main" val="2497475462"/>
                    </a:ext>
                  </a:extLst>
                </a:gridCol>
                <a:gridCol w="1306112">
                  <a:extLst>
                    <a:ext uri="{9D8B030D-6E8A-4147-A177-3AD203B41FA5}">
                      <a16:colId xmlns:a16="http://schemas.microsoft.com/office/drawing/2014/main" val="1978178437"/>
                    </a:ext>
                  </a:extLst>
                </a:gridCol>
              </a:tblGrid>
              <a:tr h="35732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Hazelnut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Bottle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Grid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Screw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Toothbrush</a:t>
                      </a:r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26873653"/>
                  </a:ext>
                </a:extLst>
              </a:tr>
              <a:tr h="357320">
                <a:tc>
                  <a:txBody>
                    <a:bodyPr/>
                    <a:lstStyle/>
                    <a:p>
                      <a:r>
                        <a:rPr lang="en-US" sz="1600"/>
                        <a:t>Epochs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26</a:t>
                      </a:r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2844681135"/>
                  </a:ext>
                </a:extLst>
              </a:tr>
              <a:tr h="600947">
                <a:tc>
                  <a:txBody>
                    <a:bodyPr/>
                    <a:lstStyle/>
                    <a:p>
                      <a:r>
                        <a:rPr lang="en-US" sz="1600"/>
                        <a:t>Time to Train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120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349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347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354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379 Seconds</a:t>
                      </a:r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173204339"/>
                  </a:ext>
                </a:extLst>
              </a:tr>
              <a:tr h="600947">
                <a:tc>
                  <a:txBody>
                    <a:bodyPr/>
                    <a:lstStyle/>
                    <a:p>
                      <a:r>
                        <a:rPr lang="en-US" sz="1600"/>
                        <a:t>Time to Test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 Seconds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Seconds</a:t>
                      </a:r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4143268875"/>
                  </a:ext>
                </a:extLst>
              </a:tr>
              <a:tr h="357320">
                <a:tc>
                  <a:txBody>
                    <a:bodyPr/>
                    <a:lstStyle/>
                    <a:p>
                      <a:r>
                        <a:rPr lang="en-US" sz="1600"/>
                        <a:t>AUC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0.96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0.65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0.69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0.995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0.71</a:t>
                      </a:r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2658768071"/>
                  </a:ext>
                </a:extLst>
              </a:tr>
              <a:tr h="600947">
                <a:tc>
                  <a:txBody>
                    <a:bodyPr/>
                    <a:lstStyle/>
                    <a:p>
                      <a:r>
                        <a:rPr lang="en-US" sz="1600"/>
                        <a:t>AUC after Bottle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0.90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2803148586"/>
                  </a:ext>
                </a:extLst>
              </a:tr>
              <a:tr h="600947">
                <a:tc>
                  <a:txBody>
                    <a:bodyPr/>
                    <a:lstStyle/>
                    <a:p>
                      <a:r>
                        <a:rPr lang="en-US" sz="1600"/>
                        <a:t>AUC after Grid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0.96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0.50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4199940423"/>
                  </a:ext>
                </a:extLst>
              </a:tr>
              <a:tr h="600947">
                <a:tc>
                  <a:txBody>
                    <a:bodyPr/>
                    <a:lstStyle/>
                    <a:p>
                      <a:r>
                        <a:rPr lang="en-US" sz="1600"/>
                        <a:t>AUC After Screw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0.96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0.55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1691892657"/>
                  </a:ext>
                </a:extLst>
              </a:tr>
              <a:tr h="600947">
                <a:tc>
                  <a:txBody>
                    <a:bodyPr/>
                    <a:lstStyle/>
                    <a:p>
                      <a:r>
                        <a:rPr lang="en-US" sz="1600"/>
                        <a:t>AUC after Toothbrush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0.97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0.35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0.53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0.75</a:t>
                      </a:r>
                    </a:p>
                  </a:txBody>
                  <a:tcPr marL="81209" marR="81209" marT="40605" marB="4060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209" marR="81209" marT="40605" marB="40605"/>
                </a:tc>
                <a:extLst>
                  <a:ext uri="{0D108BD9-81ED-4DB2-BD59-A6C34878D82A}">
                    <a16:rowId xmlns:a16="http://schemas.microsoft.com/office/drawing/2014/main" val="3792728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37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94543-5267-C2F4-04E8-BEE73465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5" name="Picture 4" descr="A network formed by white dots">
            <a:extLst>
              <a:ext uri="{FF2B5EF4-FFF2-40B4-BE49-F238E27FC236}">
                <a16:creationId xmlns:a16="http://schemas.microsoft.com/office/drawing/2014/main" id="{E63B238E-4CE0-7BF5-839D-D6920E6E7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25" r="-1" b="-1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B2633-05AA-00DC-3042-EF68C86DA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Effectiveness of Latent Replay could be more pronounced with a different implementation</a:t>
            </a:r>
          </a:p>
          <a:p>
            <a:r>
              <a:rPr lang="en-US" sz="2000" dirty="0"/>
              <a:t>This implementation is seemingly worse than no LR</a:t>
            </a:r>
          </a:p>
          <a:p>
            <a:r>
              <a:rPr lang="en-US" sz="2000" dirty="0"/>
              <a:t>More powerful hardware and a larger model could help</a:t>
            </a:r>
          </a:p>
          <a:p>
            <a:r>
              <a:rPr lang="en-US" sz="2000" dirty="0"/>
              <a:t>Some categories in the MVTEC AD dataset hold their AUC more steadily with Latent Replay than others</a:t>
            </a:r>
          </a:p>
          <a:p>
            <a:r>
              <a:rPr lang="en-US" sz="2000" dirty="0"/>
              <a:t>Implementation of this design is feasible on Raspberry Pi and potentially other systems</a:t>
            </a:r>
          </a:p>
        </p:txBody>
      </p:sp>
    </p:spTree>
    <p:extLst>
      <p:ext uri="{BB962C8B-B14F-4D97-AF65-F5344CB8AC3E}">
        <p14:creationId xmlns:p14="http://schemas.microsoft.com/office/powerpoint/2010/main" val="377185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D37AA-B984-E8EC-0D1A-5522463C1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874C-FDF3-4878-D2BB-989F6115F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 dirty="0"/>
              <a:t>Effectiveness of Latent Replay is dependent on the similarity of categories</a:t>
            </a:r>
          </a:p>
          <a:p>
            <a:r>
              <a:rPr lang="en-US" sz="1900" dirty="0"/>
              <a:t>Despite having lower epochs, the Raspberry Pi did noticeably better in maintaining AUC</a:t>
            </a:r>
          </a:p>
          <a:p>
            <a:r>
              <a:rPr lang="en-US" sz="1900" dirty="0"/>
              <a:t>Lower epochs on categories may keep the model from overfitting</a:t>
            </a:r>
          </a:p>
          <a:p>
            <a:r>
              <a:rPr lang="en-US" sz="1900" dirty="0"/>
              <a:t>Lower batch sizes could be more effective for Latent Replay based Anomaly Detection</a:t>
            </a:r>
          </a:p>
        </p:txBody>
      </p:sp>
      <p:pic>
        <p:nvPicPr>
          <p:cNvPr id="5" name="Picture 4" descr="3D render of cells">
            <a:extLst>
              <a:ext uri="{FF2B5EF4-FFF2-40B4-BE49-F238E27FC236}">
                <a16:creationId xmlns:a16="http://schemas.microsoft.com/office/drawing/2014/main" id="{06C8328E-07EC-40F0-E568-0C7F930A68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18" r="2752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5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B5FBB-8957-5AC0-0017-26290571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6140A-1316-9841-B099-83F9DA83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Expand the latent space of the model</a:t>
            </a:r>
          </a:p>
          <a:p>
            <a:r>
              <a:rPr lang="en-US" sz="2000"/>
              <a:t>Implement a more refined Autoencoder design, such as a Variational Autoencoder</a:t>
            </a:r>
          </a:p>
          <a:p>
            <a:r>
              <a:rPr lang="en-US" sz="2000"/>
              <a:t>Deploy on a more powerful embedded system</a:t>
            </a:r>
          </a:p>
          <a:p>
            <a:r>
              <a:rPr lang="en-US" sz="2000"/>
              <a:t>Deploy the system on a use-case in the real world, not just a simulated one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9A4B0FAA-958A-E3B5-E92B-695B74B27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54" r="10024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9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C640A-DD2F-F7A9-8284-FE821178E1FF}"/>
              </a:ext>
            </a:extLst>
          </p:cNvPr>
          <p:cNvSpPr txBox="1"/>
          <p:nvPr/>
        </p:nvSpPr>
        <p:spPr>
          <a:xfrm>
            <a:off x="935886" y="197346"/>
            <a:ext cx="1032022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Baur, C., Denner, S., </a:t>
            </a:r>
            <a:r>
              <a:rPr lang="en-US" dirty="0" err="1"/>
              <a:t>Wiestler</a:t>
            </a:r>
            <a:r>
              <a:rPr lang="en-US" dirty="0"/>
              <a:t>, B., Navab, N., &amp; </a:t>
            </a:r>
            <a:r>
              <a:rPr lang="en-US" dirty="0" err="1"/>
              <a:t>Albarqouni</a:t>
            </a:r>
            <a:r>
              <a:rPr lang="en-US" dirty="0"/>
              <a:t>, S. (2021). </a:t>
            </a:r>
            <a:r>
              <a:rPr lang="en-US" i="1" dirty="0"/>
              <a:t>Autoencoders for unsupervised anomaly segmentation in brain MR images</a:t>
            </a:r>
            <a:r>
              <a:rPr lang="en-US" dirty="0"/>
              <a:t>. In </a:t>
            </a:r>
            <a:r>
              <a:rPr lang="en-US" i="1" dirty="0"/>
              <a:t>Medical Imaging with Deep Learning (MIDL)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Bergmann, P., Löwe, S., Fauser, M., </a:t>
            </a:r>
            <a:r>
              <a:rPr lang="en-US" dirty="0" err="1"/>
              <a:t>Sattlegger</a:t>
            </a:r>
            <a:r>
              <a:rPr lang="en-US" dirty="0"/>
              <a:t>, D., &amp; Steger, C. (2019). </a:t>
            </a:r>
            <a:r>
              <a:rPr lang="en-US" i="1" dirty="0" err="1"/>
              <a:t>MVTec</a:t>
            </a:r>
            <a:r>
              <a:rPr lang="en-US" i="1" dirty="0"/>
              <a:t> AD: A comprehensive real-world dataset for unsupervised anomaly detection</a:t>
            </a:r>
            <a:r>
              <a:rPr lang="en-US" dirty="0"/>
              <a:t>. In </a:t>
            </a:r>
            <a:r>
              <a:rPr lang="en-US" i="1" dirty="0"/>
              <a:t>Proceedings of the IEEE/CVF Conference on Computer Vision and Pattern Recognition (CVPR)</a:t>
            </a:r>
            <a:r>
              <a:rPr lang="en-US" dirty="0"/>
              <a:t> (pp. 9592–9600).</a:t>
            </a:r>
          </a:p>
          <a:p>
            <a:endParaRPr lang="en-US" dirty="0"/>
          </a:p>
          <a:p>
            <a:r>
              <a:rPr lang="en-US" dirty="0"/>
              <a:t>Banbury, C. R., et al. (2021). </a:t>
            </a:r>
            <a:r>
              <a:rPr lang="en-US" i="1" dirty="0" err="1"/>
              <a:t>MLPerf</a:t>
            </a:r>
            <a:r>
              <a:rPr lang="en-US" i="1" dirty="0"/>
              <a:t> Tiny benchmark</a:t>
            </a:r>
            <a:r>
              <a:rPr lang="en-US" dirty="0"/>
              <a:t>. </a:t>
            </a:r>
            <a:r>
              <a:rPr lang="en-US" i="1" dirty="0"/>
              <a:t>Proceedings of Machine Learning and Systems, 3</a:t>
            </a:r>
            <a:r>
              <a:rPr lang="en-US" dirty="0"/>
              <a:t>, 344–357.</a:t>
            </a:r>
          </a:p>
          <a:p>
            <a:endParaRPr lang="en-US" dirty="0"/>
          </a:p>
          <a:p>
            <a:r>
              <a:rPr lang="en-US" dirty="0"/>
              <a:t>Fawcett, T. (2006). An introduction to ROC analysis. </a:t>
            </a:r>
            <a:r>
              <a:rPr lang="en-US" i="1" dirty="0"/>
              <a:t>Pattern Recognition Letters, 27</a:t>
            </a:r>
            <a:r>
              <a:rPr lang="en-US" dirty="0"/>
              <a:t>(8), 861–874. </a:t>
            </a:r>
            <a:r>
              <a:rPr lang="en-US" dirty="0">
                <a:hlinkClick r:id="rId2"/>
              </a:rPr>
              <a:t>https://doi.org/10.1016/j.patrec.2005.10.010</a:t>
            </a:r>
            <a:endParaRPr lang="en-US" dirty="0"/>
          </a:p>
          <a:p>
            <a:endParaRPr lang="en-US" dirty="0"/>
          </a:p>
          <a:p>
            <a:r>
              <a:rPr lang="en-US" dirty="0"/>
              <a:t>Kirkpatrick, J., </a:t>
            </a:r>
            <a:r>
              <a:rPr lang="en-US" dirty="0" err="1"/>
              <a:t>Pascanu</a:t>
            </a:r>
            <a:r>
              <a:rPr lang="en-US" dirty="0"/>
              <a:t>, R., Rabinowitz, N., et al. (2017). Overcoming catastrophic forgetting in neural networks. </a:t>
            </a:r>
            <a:r>
              <a:rPr lang="en-US" i="1" dirty="0"/>
              <a:t>Proceedings of the National Academy of Sciences, 114</a:t>
            </a:r>
            <a:r>
              <a:rPr lang="en-US" dirty="0"/>
              <a:t>(13), 3521–3526. </a:t>
            </a:r>
            <a:r>
              <a:rPr lang="en-US" dirty="0">
                <a:hlinkClick r:id="rId3"/>
              </a:rPr>
              <a:t>https://doi.org/10.1073/pnas.1611835114</a:t>
            </a:r>
            <a:endParaRPr lang="en-US" dirty="0"/>
          </a:p>
          <a:p>
            <a:endParaRPr lang="en-US" dirty="0"/>
          </a:p>
          <a:p>
            <a:r>
              <a:rPr lang="en-US" dirty="0"/>
              <a:t>Pellegrini, L., </a:t>
            </a:r>
            <a:r>
              <a:rPr lang="en-US" dirty="0" err="1"/>
              <a:t>Graffieti</a:t>
            </a:r>
            <a:r>
              <a:rPr lang="en-US" dirty="0"/>
              <a:t>, G., et al. (2020). </a:t>
            </a:r>
            <a:r>
              <a:rPr lang="en-US" i="1" dirty="0"/>
              <a:t>Latent replay for real-time continual learning</a:t>
            </a:r>
            <a:r>
              <a:rPr lang="en-US" dirty="0"/>
              <a:t>. In </a:t>
            </a:r>
            <a:r>
              <a:rPr lang="en-US" i="1" dirty="0"/>
              <a:t>2020 IEEE/RSJ International Conference on Intelligent Robots and Systems (IROS)</a:t>
            </a:r>
            <a:r>
              <a:rPr lang="en-US" dirty="0"/>
              <a:t> (pp. 10203–10210). IEEE.</a:t>
            </a:r>
          </a:p>
          <a:p>
            <a:endParaRPr lang="en-US" dirty="0"/>
          </a:p>
          <a:p>
            <a:r>
              <a:rPr lang="en-US" dirty="0" err="1"/>
              <a:t>Rebuffi</a:t>
            </a:r>
            <a:r>
              <a:rPr lang="en-US" dirty="0"/>
              <a:t>, S.-A., Kolesnikov, A., Sperl, G., &amp; Lampert, C. H. (2017). </a:t>
            </a:r>
            <a:r>
              <a:rPr lang="en-US" i="1" dirty="0" err="1"/>
              <a:t>iCaRL</a:t>
            </a:r>
            <a:r>
              <a:rPr lang="en-US" i="1" dirty="0"/>
              <a:t>: Incremental classifier and representation learning</a:t>
            </a:r>
            <a:r>
              <a:rPr lang="en-US" dirty="0"/>
              <a:t>. In </a:t>
            </a:r>
            <a:r>
              <a:rPr lang="en-US" i="1" dirty="0"/>
              <a:t>Proceedings of the IEEE Conference on Computer Vision and Pattern Recognition (CVPR)</a:t>
            </a:r>
            <a:r>
              <a:rPr lang="en-US" dirty="0"/>
              <a:t> (pp. 2001–2010).</a:t>
            </a:r>
          </a:p>
        </p:txBody>
      </p:sp>
    </p:spTree>
    <p:extLst>
      <p:ext uri="{BB962C8B-B14F-4D97-AF65-F5344CB8AC3E}">
        <p14:creationId xmlns:p14="http://schemas.microsoft.com/office/powerpoint/2010/main" val="103414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7179</TotalTime>
  <Words>1542</Words>
  <Application>Microsoft Office PowerPoint</Application>
  <PresentationFormat>Widescreen</PresentationFormat>
  <Paragraphs>277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Implementation of a Latent Replay-Based Visual Anomaly Detection on Raspberry Pi 5</vt:lpstr>
      <vt:lpstr>Motivation</vt:lpstr>
      <vt:lpstr>Research Goals</vt:lpstr>
      <vt:lpstr>Dataset: MVTec AD</vt:lpstr>
      <vt:lpstr>Dataset Examples</vt:lpstr>
      <vt:lpstr>Autoencoder Anomaly Detection</vt:lpstr>
      <vt:lpstr>Autoencoder Visual</vt:lpstr>
      <vt:lpstr>Issue: Catastrophic Forgetting</vt:lpstr>
      <vt:lpstr>Latent Replay</vt:lpstr>
      <vt:lpstr>Model Architecture</vt:lpstr>
      <vt:lpstr>Latent Replay Loop</vt:lpstr>
      <vt:lpstr>Latent Replay Loop II</vt:lpstr>
      <vt:lpstr>Testing</vt:lpstr>
      <vt:lpstr>Experimental Setup</vt:lpstr>
      <vt:lpstr>Individual Training</vt:lpstr>
      <vt:lpstr>Continuous Training no LR</vt:lpstr>
      <vt:lpstr>Continuous Training with LR</vt:lpstr>
      <vt:lpstr>Raspberry Pi Implementation</vt:lpstr>
      <vt:lpstr>Continuous Training on Raspberry Pi 5</vt:lpstr>
      <vt:lpstr>Conclusion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smoothegghead@yahoo.com</dc:creator>
  <cp:lastModifiedBy>smoothegghead@yahoo.com</cp:lastModifiedBy>
  <cp:revision>52</cp:revision>
  <dcterms:created xsi:type="dcterms:W3CDTF">2026-05-16T04:41:03Z</dcterms:created>
  <dcterms:modified xsi:type="dcterms:W3CDTF">2026-05-25T04:05:01Z</dcterms:modified>
</cp:coreProperties>
</file>